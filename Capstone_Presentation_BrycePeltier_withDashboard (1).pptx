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6601C-B2CE-40FB-BDB3-DC29FF85CCBE}" v="2" dt="2025-10-22T23:04:05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0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ce Peltier" userId="786c72126192e102" providerId="LiveId" clId="{1B88357A-50FC-4219-A3A8-47976C35C068}"/>
    <pc:docChg chg="undo custSel modSld">
      <pc:chgData name="Bryce Peltier" userId="786c72126192e102" providerId="LiveId" clId="{1B88357A-50FC-4219-A3A8-47976C35C068}" dt="2025-10-22T23:14:03.985" v="146" actId="26606"/>
      <pc:docMkLst>
        <pc:docMk/>
      </pc:docMkLst>
      <pc:sldChg chg="addSp modSp mod">
        <pc:chgData name="Bryce Peltier" userId="786c72126192e102" providerId="LiveId" clId="{1B88357A-50FC-4219-A3A8-47976C35C068}" dt="2025-10-22T23:13:00.825" v="143" actId="14100"/>
        <pc:sldMkLst>
          <pc:docMk/>
          <pc:sldMk cId="0" sldId="256"/>
        </pc:sldMkLst>
        <pc:spChg chg="mod">
          <ac:chgData name="Bryce Peltier" userId="786c72126192e102" providerId="LiveId" clId="{1B88357A-50FC-4219-A3A8-47976C35C068}" dt="2025-10-22T23:07:33.787" v="136" actId="27636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Bryce Peltier" userId="786c72126192e102" providerId="LiveId" clId="{1B88357A-50FC-4219-A3A8-47976C35C068}" dt="2025-10-22T23:13:00.825" v="143" actId="14100"/>
          <ac:picMkLst>
            <pc:docMk/>
            <pc:sldMk cId="0" sldId="256"/>
            <ac:picMk id="5" creationId="{1368DF4D-8B94-F583-9E0F-9B001D19C165}"/>
          </ac:picMkLst>
        </pc:picChg>
      </pc:sldChg>
      <pc:sldChg chg="addSp delSp modSp mod setBg">
        <pc:chgData name="Bryce Peltier" userId="786c72126192e102" providerId="LiveId" clId="{1B88357A-50FC-4219-A3A8-47976C35C068}" dt="2025-10-22T22:24:27.714" v="20" actId="26606"/>
        <pc:sldMkLst>
          <pc:docMk/>
          <pc:sldMk cId="0" sldId="257"/>
        </pc:sldMkLst>
        <pc:spChg chg="mod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8" creationId="{907EF6B7-1338-4443-8C46-6A318D952DFD}"/>
          </ac:spMkLst>
        </pc:spChg>
        <pc:spChg chg="add del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10" creationId="{DAAE4CDD-124C-4DCF-9584-B6033B545DD5}"/>
          </ac:spMkLst>
        </pc:spChg>
        <pc:spChg chg="add del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12" creationId="{081E4A58-353D-44AE-B2FC-2A74E2E400F7}"/>
          </ac:spMkLst>
        </pc:spChg>
        <pc:spChg chg="add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18" creationId="{BACC6370-2D7E-4714-9D71-7542949D7D5D}"/>
          </ac:spMkLst>
        </pc:spChg>
        <pc:spChg chg="add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20" creationId="{F68B3F68-107C-434F-AA38-110D5EA91B85}"/>
          </ac:spMkLst>
        </pc:spChg>
        <pc:spChg chg="add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22" creationId="{AAD0DBB9-1A4B-4391-81D4-CB19F9AB918A}"/>
          </ac:spMkLst>
        </pc:spChg>
        <pc:spChg chg="add">
          <ac:chgData name="Bryce Peltier" userId="786c72126192e102" providerId="LiveId" clId="{1B88357A-50FC-4219-A3A8-47976C35C068}" dt="2025-10-22T22:24:27.714" v="20" actId="26606"/>
          <ac:spMkLst>
            <pc:docMk/>
            <pc:sldMk cId="0" sldId="257"/>
            <ac:spMk id="24" creationId="{063BBA22-50EA-4C4D-BE05-F1CE4E63AA56}"/>
          </ac:spMkLst>
        </pc:spChg>
        <pc:graphicFrameChg chg="add">
          <ac:chgData name="Bryce Peltier" userId="786c72126192e102" providerId="LiveId" clId="{1B88357A-50FC-4219-A3A8-47976C35C068}" dt="2025-10-22T22:24:27.714" v="20" actId="26606"/>
          <ac:graphicFrameMkLst>
            <pc:docMk/>
            <pc:sldMk cId="0" sldId="257"/>
            <ac:graphicFrameMk id="14" creationId="{7D2EE260-548E-4923-F7AD-94E94A3CB840}"/>
          </ac:graphicFrameMkLst>
        </pc:graphicFrameChg>
      </pc:sldChg>
      <pc:sldChg chg="addSp delSp modSp mod setBg">
        <pc:chgData name="Bryce Peltier" userId="786c72126192e102" providerId="LiveId" clId="{1B88357A-50FC-4219-A3A8-47976C35C068}" dt="2025-10-22T22:24:59.115" v="21" actId="26606"/>
        <pc:sldMkLst>
          <pc:docMk/>
          <pc:sldMk cId="0" sldId="258"/>
        </pc:sldMkLst>
        <pc:spChg chg="mod">
          <ac:chgData name="Bryce Peltier" userId="786c72126192e102" providerId="LiveId" clId="{1B88357A-50FC-4219-A3A8-47976C35C068}" dt="2025-10-22T22:24:59.115" v="21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Bryce Peltier" userId="786c72126192e102" providerId="LiveId" clId="{1B88357A-50FC-4219-A3A8-47976C35C068}" dt="2025-10-22T22:24:09.817" v="19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Bryce Peltier" userId="786c72126192e102" providerId="LiveId" clId="{1B88357A-50FC-4219-A3A8-47976C35C068}" dt="2025-10-22T22:24:59.115" v="21" actId="26606"/>
          <ac:spMkLst>
            <pc:docMk/>
            <pc:sldMk cId="0" sldId="258"/>
            <ac:spMk id="9" creationId="{AE2B703B-46F9-481A-A605-82E2A828C4FA}"/>
          </ac:spMkLst>
        </pc:spChg>
        <pc:spChg chg="add del">
          <ac:chgData name="Bryce Peltier" userId="786c72126192e102" providerId="LiveId" clId="{1B88357A-50FC-4219-A3A8-47976C35C068}" dt="2025-10-22T22:24:59.115" v="21" actId="26606"/>
          <ac:spMkLst>
            <pc:docMk/>
            <pc:sldMk cId="0" sldId="258"/>
            <ac:spMk id="11" creationId="{F13BE4D7-0C3D-4906-B230-A1C5B4665CCF}"/>
          </ac:spMkLst>
        </pc:spChg>
        <pc:spChg chg="add">
          <ac:chgData name="Bryce Peltier" userId="786c72126192e102" providerId="LiveId" clId="{1B88357A-50FC-4219-A3A8-47976C35C068}" dt="2025-10-22T22:24:59.115" v="21" actId="26606"/>
          <ac:spMkLst>
            <pc:docMk/>
            <pc:sldMk cId="0" sldId="258"/>
            <ac:spMk id="16" creationId="{BACC6370-2D7E-4714-9D71-7542949D7D5D}"/>
          </ac:spMkLst>
        </pc:spChg>
        <pc:spChg chg="add">
          <ac:chgData name="Bryce Peltier" userId="786c72126192e102" providerId="LiveId" clId="{1B88357A-50FC-4219-A3A8-47976C35C068}" dt="2025-10-22T22:24:59.115" v="21" actId="26606"/>
          <ac:spMkLst>
            <pc:docMk/>
            <pc:sldMk cId="0" sldId="258"/>
            <ac:spMk id="18" creationId="{F68B3F68-107C-434F-AA38-110D5EA91B85}"/>
          </ac:spMkLst>
        </pc:spChg>
        <pc:spChg chg="add">
          <ac:chgData name="Bryce Peltier" userId="786c72126192e102" providerId="LiveId" clId="{1B88357A-50FC-4219-A3A8-47976C35C068}" dt="2025-10-22T22:24:59.115" v="21" actId="26606"/>
          <ac:spMkLst>
            <pc:docMk/>
            <pc:sldMk cId="0" sldId="258"/>
            <ac:spMk id="20" creationId="{AAD0DBB9-1A4B-4391-81D4-CB19F9AB918A}"/>
          </ac:spMkLst>
        </pc:spChg>
        <pc:spChg chg="add">
          <ac:chgData name="Bryce Peltier" userId="786c72126192e102" providerId="LiveId" clId="{1B88357A-50FC-4219-A3A8-47976C35C068}" dt="2025-10-22T22:24:59.115" v="21" actId="26606"/>
          <ac:spMkLst>
            <pc:docMk/>
            <pc:sldMk cId="0" sldId="258"/>
            <ac:spMk id="22" creationId="{063BBA22-50EA-4C4D-BE05-F1CE4E63AA56}"/>
          </ac:spMkLst>
        </pc:spChg>
        <pc:graphicFrameChg chg="add mod modGraphic">
          <ac:chgData name="Bryce Peltier" userId="786c72126192e102" providerId="LiveId" clId="{1B88357A-50FC-4219-A3A8-47976C35C068}" dt="2025-10-22T22:24:59.115" v="21" actId="26606"/>
          <ac:graphicFrameMkLst>
            <pc:docMk/>
            <pc:sldMk cId="0" sldId="258"/>
            <ac:graphicFrameMk id="5" creationId="{BAA739FC-5F9C-4DCE-6CE6-47759B751D84}"/>
          </ac:graphicFrameMkLst>
        </pc:graphicFrameChg>
      </pc:sldChg>
      <pc:sldChg chg="addSp delSp modSp mod setBg">
        <pc:chgData name="Bryce Peltier" userId="786c72126192e102" providerId="LiveId" clId="{1B88357A-50FC-4219-A3A8-47976C35C068}" dt="2025-10-22T22:25:12.077" v="22" actId="26606"/>
        <pc:sldMkLst>
          <pc:docMk/>
          <pc:sldMk cId="0" sldId="259"/>
        </pc:sldMkLst>
        <pc:spChg chg="mod">
          <ac:chgData name="Bryce Peltier" userId="786c72126192e102" providerId="LiveId" clId="{1B88357A-50FC-4219-A3A8-47976C35C068}" dt="2025-10-22T22:25:12.077" v="22" actId="26606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Bryce Peltier" userId="786c72126192e102" providerId="LiveId" clId="{1B88357A-50FC-4219-A3A8-47976C35C068}" dt="2025-10-22T22:25:12.077" v="22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Bryce Peltier" userId="786c72126192e102" providerId="LiveId" clId="{1B88357A-50FC-4219-A3A8-47976C35C068}" dt="2025-10-22T22:25:12.077" v="22" actId="26606"/>
          <ac:spMkLst>
            <pc:docMk/>
            <pc:sldMk cId="0" sldId="259"/>
            <ac:spMk id="8" creationId="{907EF6B7-1338-4443-8C46-6A318D952DFD}"/>
          </ac:spMkLst>
        </pc:spChg>
        <pc:spChg chg="add del">
          <ac:chgData name="Bryce Peltier" userId="786c72126192e102" providerId="LiveId" clId="{1B88357A-50FC-4219-A3A8-47976C35C068}" dt="2025-10-22T22:25:12.077" v="22" actId="26606"/>
          <ac:spMkLst>
            <pc:docMk/>
            <pc:sldMk cId="0" sldId="259"/>
            <ac:spMk id="10" creationId="{DAAE4CDD-124C-4DCF-9584-B6033B545DD5}"/>
          </ac:spMkLst>
        </pc:spChg>
        <pc:spChg chg="add del">
          <ac:chgData name="Bryce Peltier" userId="786c72126192e102" providerId="LiveId" clId="{1B88357A-50FC-4219-A3A8-47976C35C068}" dt="2025-10-22T22:25:12.077" v="22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Bryce Peltier" userId="786c72126192e102" providerId="LiveId" clId="{1B88357A-50FC-4219-A3A8-47976C35C068}" dt="2025-10-22T22:25:12.077" v="22" actId="26606"/>
          <ac:spMkLst>
            <pc:docMk/>
            <pc:sldMk cId="0" sldId="259"/>
            <ac:spMk id="17" creationId="{3346177D-ADC4-4968-B747-5CFCD390B5B9}"/>
          </ac:spMkLst>
        </pc:spChg>
        <pc:spChg chg="add">
          <ac:chgData name="Bryce Peltier" userId="786c72126192e102" providerId="LiveId" clId="{1B88357A-50FC-4219-A3A8-47976C35C068}" dt="2025-10-22T22:25:12.077" v="22" actId="26606"/>
          <ac:spMkLst>
            <pc:docMk/>
            <pc:sldMk cId="0" sldId="259"/>
            <ac:spMk id="19" creationId="{0844A943-BF79-4FEA-ABB1-3BD54D236606}"/>
          </ac:spMkLst>
        </pc:spChg>
        <pc:spChg chg="add">
          <ac:chgData name="Bryce Peltier" userId="786c72126192e102" providerId="LiveId" clId="{1B88357A-50FC-4219-A3A8-47976C35C068}" dt="2025-10-22T22:25:12.077" v="22" actId="26606"/>
          <ac:spMkLst>
            <pc:docMk/>
            <pc:sldMk cId="0" sldId="259"/>
            <ac:spMk id="21" creationId="{6437CC72-F4A8-4DC3-AFAB-D22C482C8100}"/>
          </ac:spMkLst>
        </pc:spChg>
        <pc:picChg chg="add mod">
          <ac:chgData name="Bryce Peltier" userId="786c72126192e102" providerId="LiveId" clId="{1B88357A-50FC-4219-A3A8-47976C35C068}" dt="2025-10-22T22:25:12.077" v="22" actId="26606"/>
          <ac:picMkLst>
            <pc:docMk/>
            <pc:sldMk cId="0" sldId="259"/>
            <ac:picMk id="5" creationId="{01E43C9E-3553-8437-E39A-FC25C4D3BA8B}"/>
          </ac:picMkLst>
        </pc:picChg>
      </pc:sldChg>
      <pc:sldChg chg="addSp delSp modSp mod setBg">
        <pc:chgData name="Bryce Peltier" userId="786c72126192e102" providerId="LiveId" clId="{1B88357A-50FC-4219-A3A8-47976C35C068}" dt="2025-10-22T23:13:28.996" v="144" actId="26606"/>
        <pc:sldMkLst>
          <pc:docMk/>
          <pc:sldMk cId="0" sldId="260"/>
        </pc:sldMkLst>
        <pc:spChg chg="mod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2" creationId="{00000000-0000-0000-0000-000000000000}"/>
          </ac:spMkLst>
        </pc:spChg>
        <pc:spChg chg="del mod ord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10" creationId="{3346177D-ADC4-4968-B747-5CFCD390B5B9}"/>
          </ac:spMkLst>
        </pc:spChg>
        <pc:spChg chg="add del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12" creationId="{0844A943-BF79-4FEA-ABB1-3BD54D236606}"/>
          </ac:spMkLst>
        </pc:spChg>
        <pc:spChg chg="add del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14" creationId="{6437CC72-F4A8-4DC3-AFAB-D22C482C8100}"/>
          </ac:spMkLst>
        </pc:spChg>
        <pc:spChg chg="add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20" creationId="{BACC6370-2D7E-4714-9D71-7542949D7D5D}"/>
          </ac:spMkLst>
        </pc:spChg>
        <pc:spChg chg="add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22" creationId="{F68B3F68-107C-434F-AA38-110D5EA91B85}"/>
          </ac:spMkLst>
        </pc:spChg>
        <pc:spChg chg="add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24" creationId="{AAD0DBB9-1A4B-4391-81D4-CB19F9AB918A}"/>
          </ac:spMkLst>
        </pc:spChg>
        <pc:spChg chg="add">
          <ac:chgData name="Bryce Peltier" userId="786c72126192e102" providerId="LiveId" clId="{1B88357A-50FC-4219-A3A8-47976C35C068}" dt="2025-10-22T23:13:28.996" v="144" actId="26606"/>
          <ac:spMkLst>
            <pc:docMk/>
            <pc:sldMk cId="0" sldId="260"/>
            <ac:spMk id="26" creationId="{063BBA22-50EA-4C4D-BE05-F1CE4E63AA56}"/>
          </ac:spMkLst>
        </pc:spChg>
        <pc:graphicFrameChg chg="add">
          <ac:chgData name="Bryce Peltier" userId="786c72126192e102" providerId="LiveId" clId="{1B88357A-50FC-4219-A3A8-47976C35C068}" dt="2025-10-22T23:13:28.996" v="144" actId="26606"/>
          <ac:graphicFrameMkLst>
            <pc:docMk/>
            <pc:sldMk cId="0" sldId="260"/>
            <ac:graphicFrameMk id="16" creationId="{DF0524D9-5D51-B98F-4BD0-888F7C2DA408}"/>
          </ac:graphicFrameMkLst>
        </pc:graphicFrameChg>
        <pc:picChg chg="add del mod">
          <ac:chgData name="Bryce Peltier" userId="786c72126192e102" providerId="LiveId" clId="{1B88357A-50FC-4219-A3A8-47976C35C068}" dt="2025-10-22T22:26:22.274" v="29" actId="478"/>
          <ac:picMkLst>
            <pc:docMk/>
            <pc:sldMk cId="0" sldId="260"/>
            <ac:picMk id="5" creationId="{21F763BC-11A1-AF51-B1B2-38722CAF43C0}"/>
          </ac:picMkLst>
        </pc:picChg>
      </pc:sldChg>
      <pc:sldChg chg="addSp modSp mod setBg">
        <pc:chgData name="Bryce Peltier" userId="786c72126192e102" providerId="LiveId" clId="{1B88357A-50FC-4219-A3A8-47976C35C068}" dt="2025-10-22T22:29:24.735" v="42" actId="14100"/>
        <pc:sldMkLst>
          <pc:docMk/>
          <pc:sldMk cId="0" sldId="261"/>
        </pc:sldMkLst>
        <pc:spChg chg="mod">
          <ac:chgData name="Bryce Peltier" userId="786c72126192e102" providerId="LiveId" clId="{1B88357A-50FC-4219-A3A8-47976C35C068}" dt="2025-10-22T22:29:16.855" v="40" actId="26606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Bryce Peltier" userId="786c72126192e102" providerId="LiveId" clId="{1B88357A-50FC-4219-A3A8-47976C35C068}" dt="2025-10-22T22:29:16.855" v="40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Bryce Peltier" userId="786c72126192e102" providerId="LiveId" clId="{1B88357A-50FC-4219-A3A8-47976C35C068}" dt="2025-10-22T22:29:16.855" v="40" actId="26606"/>
          <ac:spMkLst>
            <pc:docMk/>
            <pc:sldMk cId="0" sldId="261"/>
            <ac:spMk id="10" creationId="{3346177D-ADC4-4968-B747-5CFCD390B5B9}"/>
          </ac:spMkLst>
        </pc:spChg>
        <pc:spChg chg="add">
          <ac:chgData name="Bryce Peltier" userId="786c72126192e102" providerId="LiveId" clId="{1B88357A-50FC-4219-A3A8-47976C35C068}" dt="2025-10-22T22:29:16.855" v="40" actId="26606"/>
          <ac:spMkLst>
            <pc:docMk/>
            <pc:sldMk cId="0" sldId="261"/>
            <ac:spMk id="12" creationId="{0844A943-BF79-4FEA-ABB1-3BD54D236606}"/>
          </ac:spMkLst>
        </pc:spChg>
        <pc:spChg chg="add">
          <ac:chgData name="Bryce Peltier" userId="786c72126192e102" providerId="LiveId" clId="{1B88357A-50FC-4219-A3A8-47976C35C068}" dt="2025-10-22T22:29:16.855" v="40" actId="26606"/>
          <ac:spMkLst>
            <pc:docMk/>
            <pc:sldMk cId="0" sldId="261"/>
            <ac:spMk id="14" creationId="{6437CC72-F4A8-4DC3-AFAB-D22C482C8100}"/>
          </ac:spMkLst>
        </pc:spChg>
        <pc:picChg chg="add mod">
          <ac:chgData name="Bryce Peltier" userId="786c72126192e102" providerId="LiveId" clId="{1B88357A-50FC-4219-A3A8-47976C35C068}" dt="2025-10-22T22:29:24.735" v="42" actId="14100"/>
          <ac:picMkLst>
            <pc:docMk/>
            <pc:sldMk cId="0" sldId="261"/>
            <ac:picMk id="5" creationId="{C1A23AE2-5697-8BC8-BDE4-78227D81BAA4}"/>
          </ac:picMkLst>
        </pc:picChg>
      </pc:sldChg>
      <pc:sldChg chg="addSp delSp modSp mod setBg">
        <pc:chgData name="Bryce Peltier" userId="786c72126192e102" providerId="LiveId" clId="{1B88357A-50FC-4219-A3A8-47976C35C068}" dt="2025-10-22T22:51:53.046" v="45" actId="26606"/>
        <pc:sldMkLst>
          <pc:docMk/>
          <pc:sldMk cId="0" sldId="262"/>
        </pc:sldMkLst>
        <pc:spChg chg="mod">
          <ac:chgData name="Bryce Peltier" userId="786c72126192e102" providerId="LiveId" clId="{1B88357A-50FC-4219-A3A8-47976C35C068}" dt="2025-10-22T22:51:53.046" v="45" actId="26606"/>
          <ac:spMkLst>
            <pc:docMk/>
            <pc:sldMk cId="0" sldId="262"/>
            <ac:spMk id="2" creationId="{00000000-0000-0000-0000-000000000000}"/>
          </ac:spMkLst>
        </pc:spChg>
        <pc:spChg chg="add del">
          <ac:chgData name="Bryce Peltier" userId="786c72126192e102" providerId="LiveId" clId="{1B88357A-50FC-4219-A3A8-47976C35C068}" dt="2025-10-22T22:51:53.046" v="45" actId="26606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Bryce Peltier" userId="786c72126192e102" providerId="LiveId" clId="{1B88357A-50FC-4219-A3A8-47976C35C068}" dt="2025-10-22T22:51:53.019" v="44" actId="26606"/>
          <ac:spMkLst>
            <pc:docMk/>
            <pc:sldMk cId="0" sldId="262"/>
            <ac:spMk id="9" creationId="{2659FDB4-FCBE-4A89-B46D-43D4FA54464D}"/>
          </ac:spMkLst>
        </pc:spChg>
        <pc:spChg chg="add">
          <ac:chgData name="Bryce Peltier" userId="786c72126192e102" providerId="LiveId" clId="{1B88357A-50FC-4219-A3A8-47976C35C068}" dt="2025-10-22T22:51:53.046" v="45" actId="26606"/>
          <ac:spMkLst>
            <pc:docMk/>
            <pc:sldMk cId="0" sldId="262"/>
            <ac:spMk id="13" creationId="{AAD0DBB9-1A4B-4391-81D4-CB19F9AB918A}"/>
          </ac:spMkLst>
        </pc:spChg>
        <pc:spChg chg="add">
          <ac:chgData name="Bryce Peltier" userId="786c72126192e102" providerId="LiveId" clId="{1B88357A-50FC-4219-A3A8-47976C35C068}" dt="2025-10-22T22:51:53.046" v="45" actId="26606"/>
          <ac:spMkLst>
            <pc:docMk/>
            <pc:sldMk cId="0" sldId="262"/>
            <ac:spMk id="14" creationId="{BACC6370-2D7E-4714-9D71-7542949D7D5D}"/>
          </ac:spMkLst>
        </pc:spChg>
        <pc:spChg chg="add">
          <ac:chgData name="Bryce Peltier" userId="786c72126192e102" providerId="LiveId" clId="{1B88357A-50FC-4219-A3A8-47976C35C068}" dt="2025-10-22T22:51:53.046" v="45" actId="26606"/>
          <ac:spMkLst>
            <pc:docMk/>
            <pc:sldMk cId="0" sldId="262"/>
            <ac:spMk id="15" creationId="{063BBA22-50EA-4C4D-BE05-F1CE4E63AA56}"/>
          </ac:spMkLst>
        </pc:spChg>
        <pc:spChg chg="add">
          <ac:chgData name="Bryce Peltier" userId="786c72126192e102" providerId="LiveId" clId="{1B88357A-50FC-4219-A3A8-47976C35C068}" dt="2025-10-22T22:51:53.046" v="45" actId="26606"/>
          <ac:spMkLst>
            <pc:docMk/>
            <pc:sldMk cId="0" sldId="262"/>
            <ac:spMk id="16" creationId="{F68B3F68-107C-434F-AA38-110D5EA91B85}"/>
          </ac:spMkLst>
        </pc:spChg>
        <pc:graphicFrameChg chg="add del">
          <ac:chgData name="Bryce Peltier" userId="786c72126192e102" providerId="LiveId" clId="{1B88357A-50FC-4219-A3A8-47976C35C068}" dt="2025-10-22T22:51:53.019" v="44" actId="26606"/>
          <ac:graphicFrameMkLst>
            <pc:docMk/>
            <pc:sldMk cId="0" sldId="262"/>
            <ac:graphicFrameMk id="5" creationId="{16BC7635-6BC7-F4B7-1547-F9FB41284917}"/>
          </ac:graphicFrameMkLst>
        </pc:graphicFrameChg>
        <pc:graphicFrameChg chg="add">
          <ac:chgData name="Bryce Peltier" userId="786c72126192e102" providerId="LiveId" clId="{1B88357A-50FC-4219-A3A8-47976C35C068}" dt="2025-10-22T22:51:53.046" v="45" actId="26606"/>
          <ac:graphicFrameMkLst>
            <pc:docMk/>
            <pc:sldMk cId="0" sldId="262"/>
            <ac:graphicFrameMk id="17" creationId="{5FA6AA82-5457-3412-F672-70399F7E9D86}"/>
          </ac:graphicFrameMkLst>
        </pc:graphicFrameChg>
        <pc:cxnChg chg="add del">
          <ac:chgData name="Bryce Peltier" userId="786c72126192e102" providerId="LiveId" clId="{1B88357A-50FC-4219-A3A8-47976C35C068}" dt="2025-10-22T22:51:53.019" v="44" actId="26606"/>
          <ac:cxnSpMkLst>
            <pc:docMk/>
            <pc:sldMk cId="0" sldId="262"/>
            <ac:cxnSpMk id="11" creationId="{C8F51B3F-8331-4E4A-AE96-D47B1006EEAD}"/>
          </ac:cxnSpMkLst>
        </pc:cxnChg>
      </pc:sldChg>
      <pc:sldChg chg="addSp modSp mod setBg">
        <pc:chgData name="Bryce Peltier" userId="786c72126192e102" providerId="LiveId" clId="{1B88357A-50FC-4219-A3A8-47976C35C068}" dt="2025-10-22T22:57:03.104" v="54" actId="26606"/>
        <pc:sldMkLst>
          <pc:docMk/>
          <pc:sldMk cId="0" sldId="263"/>
        </pc:sldMkLst>
        <pc:spChg chg="mod">
          <ac:chgData name="Bryce Peltier" userId="786c72126192e102" providerId="LiveId" clId="{1B88357A-50FC-4219-A3A8-47976C35C068}" dt="2025-10-22T22:57:03.104" v="54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Bryce Peltier" userId="786c72126192e102" providerId="LiveId" clId="{1B88357A-50FC-4219-A3A8-47976C35C068}" dt="2025-10-22T22:57:03.104" v="54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Bryce Peltier" userId="786c72126192e102" providerId="LiveId" clId="{1B88357A-50FC-4219-A3A8-47976C35C068}" dt="2025-10-22T22:57:03.104" v="54" actId="26606"/>
          <ac:spMkLst>
            <pc:docMk/>
            <pc:sldMk cId="0" sldId="263"/>
            <ac:spMk id="10" creationId="{979E27D9-03C7-44E2-9FF8-15D0C8506AF7}"/>
          </ac:spMkLst>
        </pc:spChg>
        <pc:spChg chg="add">
          <ac:chgData name="Bryce Peltier" userId="786c72126192e102" providerId="LiveId" clId="{1B88357A-50FC-4219-A3A8-47976C35C068}" dt="2025-10-22T22:57:03.104" v="54" actId="26606"/>
          <ac:spMkLst>
            <pc:docMk/>
            <pc:sldMk cId="0" sldId="263"/>
            <ac:spMk id="12" creationId="{EEBF1590-3B36-48EE-A89D-3B6F3CB256AB}"/>
          </ac:spMkLst>
        </pc:spChg>
        <pc:spChg chg="add">
          <ac:chgData name="Bryce Peltier" userId="786c72126192e102" providerId="LiveId" clId="{1B88357A-50FC-4219-A3A8-47976C35C068}" dt="2025-10-22T22:57:03.104" v="54" actId="26606"/>
          <ac:spMkLst>
            <pc:docMk/>
            <pc:sldMk cId="0" sldId="263"/>
            <ac:spMk id="14" creationId="{AC8F6C8C-AB5A-4548-942D-E3FD40ACBC49}"/>
          </ac:spMkLst>
        </pc:spChg>
        <pc:picChg chg="add mod">
          <ac:chgData name="Bryce Peltier" userId="786c72126192e102" providerId="LiveId" clId="{1B88357A-50FC-4219-A3A8-47976C35C068}" dt="2025-10-22T22:57:03.104" v="54" actId="26606"/>
          <ac:picMkLst>
            <pc:docMk/>
            <pc:sldMk cId="0" sldId="263"/>
            <ac:picMk id="5" creationId="{D5E77B60-0CA9-1D3D-708B-E6455F336135}"/>
          </ac:picMkLst>
        </pc:picChg>
      </pc:sldChg>
      <pc:sldChg chg="addSp delSp modSp mod setBg">
        <pc:chgData name="Bryce Peltier" userId="786c72126192e102" providerId="LiveId" clId="{1B88357A-50FC-4219-A3A8-47976C35C068}" dt="2025-10-22T23:06:48.718" v="134" actId="20577"/>
        <pc:sldMkLst>
          <pc:docMk/>
          <pc:sldMk cId="0" sldId="265"/>
        </pc:sldMkLst>
        <pc:spChg chg="mod">
          <ac:chgData name="Bryce Peltier" userId="786c72126192e102" providerId="LiveId" clId="{1B88357A-50FC-4219-A3A8-47976C35C068}" dt="2025-10-22T23:00:17.779" v="77" actId="14100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Bryce Peltier" userId="786c72126192e102" providerId="LiveId" clId="{1B88357A-50FC-4219-A3A8-47976C35C068}" dt="2025-10-22T23:06:48.718" v="134" actId="20577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Bryce Peltier" userId="786c72126192e102" providerId="LiveId" clId="{1B88357A-50FC-4219-A3A8-47976C35C068}" dt="2025-10-22T22:59:29.115" v="72" actId="26606"/>
          <ac:spMkLst>
            <pc:docMk/>
            <pc:sldMk cId="0" sldId="265"/>
            <ac:spMk id="10" creationId="{979E27D9-03C7-44E2-9FF8-15D0C8506AF7}"/>
          </ac:spMkLst>
        </pc:spChg>
        <pc:spChg chg="add del">
          <ac:chgData name="Bryce Peltier" userId="786c72126192e102" providerId="LiveId" clId="{1B88357A-50FC-4219-A3A8-47976C35C068}" dt="2025-10-22T22:59:29.115" v="72" actId="26606"/>
          <ac:spMkLst>
            <pc:docMk/>
            <pc:sldMk cId="0" sldId="265"/>
            <ac:spMk id="12" creationId="{EEBF1590-3B36-48EE-A89D-3B6F3CB256AB}"/>
          </ac:spMkLst>
        </pc:spChg>
        <pc:spChg chg="add del">
          <ac:chgData name="Bryce Peltier" userId="786c72126192e102" providerId="LiveId" clId="{1B88357A-50FC-4219-A3A8-47976C35C068}" dt="2025-10-22T22:59:29.115" v="72" actId="26606"/>
          <ac:spMkLst>
            <pc:docMk/>
            <pc:sldMk cId="0" sldId="265"/>
            <ac:spMk id="14" creationId="{AC8F6C8C-AB5A-4548-942D-E3FD40ACBC49}"/>
          </ac:spMkLst>
        </pc:spChg>
        <pc:spChg chg="add del">
          <ac:chgData name="Bryce Peltier" userId="786c72126192e102" providerId="LiveId" clId="{1B88357A-50FC-4219-A3A8-47976C35C068}" dt="2025-10-22T22:59:29.111" v="71" actId="26606"/>
          <ac:spMkLst>
            <pc:docMk/>
            <pc:sldMk cId="0" sldId="265"/>
            <ac:spMk id="19" creationId="{1B15ED52-F352-441B-82BF-E0EA34836D08}"/>
          </ac:spMkLst>
        </pc:spChg>
        <pc:spChg chg="add del">
          <ac:chgData name="Bryce Peltier" userId="786c72126192e102" providerId="LiveId" clId="{1B88357A-50FC-4219-A3A8-47976C35C068}" dt="2025-10-22T22:59:29.111" v="71" actId="26606"/>
          <ac:spMkLst>
            <pc:docMk/>
            <pc:sldMk cId="0" sldId="265"/>
            <ac:spMk id="21" creationId="{3B2E3793-BFE6-45A2-9B7B-E18844431C99}"/>
          </ac:spMkLst>
        </pc:spChg>
        <pc:spChg chg="add del">
          <ac:chgData name="Bryce Peltier" userId="786c72126192e102" providerId="LiveId" clId="{1B88357A-50FC-4219-A3A8-47976C35C068}" dt="2025-10-22T22:59:29.111" v="71" actId="26606"/>
          <ac:spMkLst>
            <pc:docMk/>
            <pc:sldMk cId="0" sldId="265"/>
            <ac:spMk id="23" creationId="{BC4C4868-CB8F-4AF9-9CDB-8108F2C19B67}"/>
          </ac:spMkLst>
        </pc:spChg>
        <pc:spChg chg="add del">
          <ac:chgData name="Bryce Peltier" userId="786c72126192e102" providerId="LiveId" clId="{1B88357A-50FC-4219-A3A8-47976C35C068}" dt="2025-10-22T22:59:29.111" v="71" actId="26606"/>
          <ac:spMkLst>
            <pc:docMk/>
            <pc:sldMk cId="0" sldId="265"/>
            <ac:spMk id="25" creationId="{375E0459-6403-40CD-989D-56A4407CA12E}"/>
          </ac:spMkLst>
        </pc:spChg>
        <pc:spChg chg="add del">
          <ac:chgData name="Bryce Peltier" userId="786c72126192e102" providerId="LiveId" clId="{1B88357A-50FC-4219-A3A8-47976C35C068}" dt="2025-10-22T22:59:29.111" v="71" actId="26606"/>
          <ac:spMkLst>
            <pc:docMk/>
            <pc:sldMk cId="0" sldId="265"/>
            <ac:spMk id="27" creationId="{53E5B1A8-3AC9-4BD1-9BBC-78CA94F2D1BA}"/>
          </ac:spMkLst>
        </pc:spChg>
        <pc:spChg chg="add">
          <ac:chgData name="Bryce Peltier" userId="786c72126192e102" providerId="LiveId" clId="{1B88357A-50FC-4219-A3A8-47976C35C068}" dt="2025-10-22T22:59:29.115" v="72" actId="26606"/>
          <ac:spMkLst>
            <pc:docMk/>
            <pc:sldMk cId="0" sldId="265"/>
            <ac:spMk id="29" creationId="{979E27D9-03C7-44E2-9FF8-15D0C8506AF7}"/>
          </ac:spMkLst>
        </pc:spChg>
        <pc:spChg chg="add">
          <ac:chgData name="Bryce Peltier" userId="786c72126192e102" providerId="LiveId" clId="{1B88357A-50FC-4219-A3A8-47976C35C068}" dt="2025-10-22T22:59:29.115" v="72" actId="26606"/>
          <ac:spMkLst>
            <pc:docMk/>
            <pc:sldMk cId="0" sldId="265"/>
            <ac:spMk id="30" creationId="{EEBF1590-3B36-48EE-A89D-3B6F3CB256AB}"/>
          </ac:spMkLst>
        </pc:spChg>
        <pc:spChg chg="add">
          <ac:chgData name="Bryce Peltier" userId="786c72126192e102" providerId="LiveId" clId="{1B88357A-50FC-4219-A3A8-47976C35C068}" dt="2025-10-22T22:59:29.115" v="72" actId="26606"/>
          <ac:spMkLst>
            <pc:docMk/>
            <pc:sldMk cId="0" sldId="265"/>
            <ac:spMk id="31" creationId="{AC8F6C8C-AB5A-4548-942D-E3FD40ACBC49}"/>
          </ac:spMkLst>
        </pc:spChg>
        <pc:picChg chg="add mod">
          <ac:chgData name="Bryce Peltier" userId="786c72126192e102" providerId="LiveId" clId="{1B88357A-50FC-4219-A3A8-47976C35C068}" dt="2025-10-22T23:00:34.325" v="81" actId="14100"/>
          <ac:picMkLst>
            <pc:docMk/>
            <pc:sldMk cId="0" sldId="265"/>
            <ac:picMk id="5" creationId="{406B4868-BE4B-C3AB-BE37-A2BB2FD71B7B}"/>
          </ac:picMkLst>
        </pc:picChg>
      </pc:sldChg>
      <pc:sldChg chg="addSp delSp modSp mod setBg">
        <pc:chgData name="Bryce Peltier" userId="786c72126192e102" providerId="LiveId" clId="{1B88357A-50FC-4219-A3A8-47976C35C068}" dt="2025-10-22T23:13:54.497" v="145" actId="26606"/>
        <pc:sldMkLst>
          <pc:docMk/>
          <pc:sldMk cId="0" sldId="266"/>
        </pc:sldMkLst>
        <pc:spChg chg="mod">
          <ac:chgData name="Bryce Peltier" userId="786c72126192e102" providerId="LiveId" clId="{1B88357A-50FC-4219-A3A8-47976C35C068}" dt="2025-10-22T23:13:54.497" v="145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Bryce Peltier" userId="786c72126192e102" providerId="LiveId" clId="{1B88357A-50FC-4219-A3A8-47976C35C068}" dt="2025-10-22T23:13:54.497" v="145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Bryce Peltier" userId="786c72126192e102" providerId="LiveId" clId="{1B88357A-50FC-4219-A3A8-47976C35C068}" dt="2025-10-22T23:13:54.497" v="145" actId="26606"/>
          <ac:spMkLst>
            <pc:docMk/>
            <pc:sldMk cId="0" sldId="266"/>
            <ac:spMk id="9" creationId="{BACC6370-2D7E-4714-9D71-7542949D7D5D}"/>
          </ac:spMkLst>
        </pc:spChg>
        <pc:spChg chg="add">
          <ac:chgData name="Bryce Peltier" userId="786c72126192e102" providerId="LiveId" clId="{1B88357A-50FC-4219-A3A8-47976C35C068}" dt="2025-10-22T23:13:54.497" v="145" actId="26606"/>
          <ac:spMkLst>
            <pc:docMk/>
            <pc:sldMk cId="0" sldId="266"/>
            <ac:spMk id="11" creationId="{F68B3F68-107C-434F-AA38-110D5EA91B85}"/>
          </ac:spMkLst>
        </pc:spChg>
        <pc:spChg chg="add">
          <ac:chgData name="Bryce Peltier" userId="786c72126192e102" providerId="LiveId" clId="{1B88357A-50FC-4219-A3A8-47976C35C068}" dt="2025-10-22T23:13:54.497" v="145" actId="26606"/>
          <ac:spMkLst>
            <pc:docMk/>
            <pc:sldMk cId="0" sldId="266"/>
            <ac:spMk id="13" creationId="{AAD0DBB9-1A4B-4391-81D4-CB19F9AB918A}"/>
          </ac:spMkLst>
        </pc:spChg>
        <pc:spChg chg="add">
          <ac:chgData name="Bryce Peltier" userId="786c72126192e102" providerId="LiveId" clId="{1B88357A-50FC-4219-A3A8-47976C35C068}" dt="2025-10-22T23:13:54.497" v="145" actId="26606"/>
          <ac:spMkLst>
            <pc:docMk/>
            <pc:sldMk cId="0" sldId="266"/>
            <ac:spMk id="15" creationId="{063BBA22-50EA-4C4D-BE05-F1CE4E63AA56}"/>
          </ac:spMkLst>
        </pc:spChg>
        <pc:graphicFrameChg chg="add">
          <ac:chgData name="Bryce Peltier" userId="786c72126192e102" providerId="LiveId" clId="{1B88357A-50FC-4219-A3A8-47976C35C068}" dt="2025-10-22T23:13:54.497" v="145" actId="26606"/>
          <ac:graphicFrameMkLst>
            <pc:docMk/>
            <pc:sldMk cId="0" sldId="266"/>
            <ac:graphicFrameMk id="5" creationId="{AE09C30C-F885-16B9-30B2-423E24370859}"/>
          </ac:graphicFrameMkLst>
        </pc:graphicFrameChg>
      </pc:sldChg>
      <pc:sldChg chg="addSp delSp modSp mod setBg">
        <pc:chgData name="Bryce Peltier" userId="786c72126192e102" providerId="LiveId" clId="{1B88357A-50FC-4219-A3A8-47976C35C068}" dt="2025-10-22T23:14:03.985" v="146" actId="26606"/>
        <pc:sldMkLst>
          <pc:docMk/>
          <pc:sldMk cId="0" sldId="267"/>
        </pc:sldMkLst>
        <pc:spChg chg="mod">
          <ac:chgData name="Bryce Peltier" userId="786c72126192e102" providerId="LiveId" clId="{1B88357A-50FC-4219-A3A8-47976C35C068}" dt="2025-10-22T23:14:03.985" v="146" actId="26606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Bryce Peltier" userId="786c72126192e102" providerId="LiveId" clId="{1B88357A-50FC-4219-A3A8-47976C35C068}" dt="2025-10-22T23:14:03.985" v="146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Bryce Peltier" userId="786c72126192e102" providerId="LiveId" clId="{1B88357A-50FC-4219-A3A8-47976C35C068}" dt="2025-10-22T23:14:03.985" v="146" actId="26606"/>
          <ac:spMkLst>
            <pc:docMk/>
            <pc:sldMk cId="0" sldId="267"/>
            <ac:spMk id="9" creationId="{BACC6370-2D7E-4714-9D71-7542949D7D5D}"/>
          </ac:spMkLst>
        </pc:spChg>
        <pc:spChg chg="add">
          <ac:chgData name="Bryce Peltier" userId="786c72126192e102" providerId="LiveId" clId="{1B88357A-50FC-4219-A3A8-47976C35C068}" dt="2025-10-22T23:14:03.985" v="146" actId="26606"/>
          <ac:spMkLst>
            <pc:docMk/>
            <pc:sldMk cId="0" sldId="267"/>
            <ac:spMk id="11" creationId="{F68B3F68-107C-434F-AA38-110D5EA91B85}"/>
          </ac:spMkLst>
        </pc:spChg>
        <pc:spChg chg="add">
          <ac:chgData name="Bryce Peltier" userId="786c72126192e102" providerId="LiveId" clId="{1B88357A-50FC-4219-A3A8-47976C35C068}" dt="2025-10-22T23:14:03.985" v="146" actId="26606"/>
          <ac:spMkLst>
            <pc:docMk/>
            <pc:sldMk cId="0" sldId="267"/>
            <ac:spMk id="13" creationId="{AAD0DBB9-1A4B-4391-81D4-CB19F9AB918A}"/>
          </ac:spMkLst>
        </pc:spChg>
        <pc:spChg chg="add">
          <ac:chgData name="Bryce Peltier" userId="786c72126192e102" providerId="LiveId" clId="{1B88357A-50FC-4219-A3A8-47976C35C068}" dt="2025-10-22T23:14:03.985" v="146" actId="26606"/>
          <ac:spMkLst>
            <pc:docMk/>
            <pc:sldMk cId="0" sldId="267"/>
            <ac:spMk id="15" creationId="{063BBA22-50EA-4C4D-BE05-F1CE4E63AA56}"/>
          </ac:spMkLst>
        </pc:spChg>
        <pc:graphicFrameChg chg="add">
          <ac:chgData name="Bryce Peltier" userId="786c72126192e102" providerId="LiveId" clId="{1B88357A-50FC-4219-A3A8-47976C35C068}" dt="2025-10-22T23:14:03.985" v="146" actId="26606"/>
          <ac:graphicFrameMkLst>
            <pc:docMk/>
            <pc:sldMk cId="0" sldId="267"/>
            <ac:graphicFrameMk id="5" creationId="{AD73E233-D8FD-8CE1-68DE-AA7F84010013}"/>
          </ac:graphicFrameMkLst>
        </pc:graphicFrameChg>
      </pc:sldChg>
      <pc:sldChg chg="addSp delSp modSp mod setBg">
        <pc:chgData name="Bryce Peltier" userId="786c72126192e102" providerId="LiveId" clId="{1B88357A-50FC-4219-A3A8-47976C35C068}" dt="2025-10-22T23:04:12.557" v="102" actId="26606"/>
        <pc:sldMkLst>
          <pc:docMk/>
          <pc:sldMk cId="0" sldId="268"/>
        </pc:sldMkLst>
        <pc:spChg chg="del mod">
          <ac:chgData name="Bryce Peltier" userId="786c72126192e102" providerId="LiveId" clId="{1B88357A-50FC-4219-A3A8-47976C35C068}" dt="2025-10-22T23:04:12.557" v="102" actId="2660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Bryce Peltier" userId="786c72126192e102" providerId="LiveId" clId="{1B88357A-50FC-4219-A3A8-47976C35C068}" dt="2025-10-22T23:04:05.417" v="99"/>
          <ac:spMkLst>
            <pc:docMk/>
            <pc:sldMk cId="0" sldId="268"/>
            <ac:spMk id="3" creationId="{00000000-0000-0000-0000-000000000000}"/>
          </ac:spMkLst>
        </pc:spChg>
        <pc:spChg chg="add">
          <ac:chgData name="Bryce Peltier" userId="786c72126192e102" providerId="LiveId" clId="{1B88357A-50FC-4219-A3A8-47976C35C068}" dt="2025-10-22T23:04:12.557" v="102" actId="26606"/>
          <ac:spMkLst>
            <pc:docMk/>
            <pc:sldMk cId="0" sldId="268"/>
            <ac:spMk id="12" creationId="{AB8C311F-7253-4AED-9701-7FC0708C41C7}"/>
          </ac:spMkLst>
        </pc:spChg>
        <pc:spChg chg="add">
          <ac:chgData name="Bryce Peltier" userId="786c72126192e102" providerId="LiveId" clId="{1B88357A-50FC-4219-A3A8-47976C35C068}" dt="2025-10-22T23:04:12.557" v="102" actId="26606"/>
          <ac:spMkLst>
            <pc:docMk/>
            <pc:sldMk cId="0" sldId="268"/>
            <ac:spMk id="14" creationId="{E2384209-CB15-4CDF-9D31-C44FD9A3F20D}"/>
          </ac:spMkLst>
        </pc:spChg>
        <pc:spChg chg="add">
          <ac:chgData name="Bryce Peltier" userId="786c72126192e102" providerId="LiveId" clId="{1B88357A-50FC-4219-A3A8-47976C35C068}" dt="2025-10-22T23:04:12.557" v="102" actId="26606"/>
          <ac:spMkLst>
            <pc:docMk/>
            <pc:sldMk cId="0" sldId="268"/>
            <ac:spMk id="16" creationId="{2633B3B5-CC90-43F0-8714-D31D1F3F0209}"/>
          </ac:spMkLst>
        </pc:spChg>
        <pc:spChg chg="add">
          <ac:chgData name="Bryce Peltier" userId="786c72126192e102" providerId="LiveId" clId="{1B88357A-50FC-4219-A3A8-47976C35C068}" dt="2025-10-22T23:04:12.557" v="102" actId="26606"/>
          <ac:spMkLst>
            <pc:docMk/>
            <pc:sldMk cId="0" sldId="268"/>
            <ac:spMk id="18" creationId="{A8D57A06-A426-446D-B02C-A2DC6B62E45E}"/>
          </ac:spMkLst>
        </pc:spChg>
        <pc:picChg chg="add del mod">
          <ac:chgData name="Bryce Peltier" userId="786c72126192e102" providerId="LiveId" clId="{1B88357A-50FC-4219-A3A8-47976C35C068}" dt="2025-10-22T23:02:57.246" v="93" actId="478"/>
          <ac:picMkLst>
            <pc:docMk/>
            <pc:sldMk cId="0" sldId="268"/>
            <ac:picMk id="5" creationId="{8D6BEC91-0D91-DC9B-94B0-3CC04AF849CE}"/>
          </ac:picMkLst>
        </pc:picChg>
        <pc:picChg chg="add mod">
          <ac:chgData name="Bryce Peltier" userId="786c72126192e102" providerId="LiveId" clId="{1B88357A-50FC-4219-A3A8-47976C35C068}" dt="2025-10-22T23:04:12.557" v="102" actId="26606"/>
          <ac:picMkLst>
            <pc:docMk/>
            <pc:sldMk cId="0" sldId="268"/>
            <ac:picMk id="7" creationId="{E0AFDF83-6EBF-4D41-EF06-BB6AAFF64667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07C61F-BFC0-48AA-B621-E60EF28F898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2BE7A20-3448-4A95-9EAA-AC98DA0F56A8}">
      <dgm:prSet/>
      <dgm:spPr/>
      <dgm:t>
        <a:bodyPr/>
        <a:lstStyle/>
        <a:p>
          <a:r>
            <a:rPr lang="en-US"/>
            <a:t>Telecommunications company seeks to enhance customer service operations using Microsoft Azure AI.</a:t>
          </a:r>
        </a:p>
      </dgm:t>
    </dgm:pt>
    <dgm:pt modelId="{84AA3F1D-E703-49AB-A475-9FB15BBF3E7F}" type="parTrans" cxnId="{FC127841-C385-4A11-AD13-6732F4528ED4}">
      <dgm:prSet/>
      <dgm:spPr/>
      <dgm:t>
        <a:bodyPr/>
        <a:lstStyle/>
        <a:p>
          <a:endParaRPr lang="en-US"/>
        </a:p>
      </dgm:t>
    </dgm:pt>
    <dgm:pt modelId="{CFFFF941-DE3C-4F7D-8B96-1E106598FC21}" type="sibTrans" cxnId="{FC127841-C385-4A11-AD13-6732F4528ED4}">
      <dgm:prSet/>
      <dgm:spPr/>
      <dgm:t>
        <a:bodyPr/>
        <a:lstStyle/>
        <a:p>
          <a:endParaRPr lang="en-US"/>
        </a:p>
      </dgm:t>
    </dgm:pt>
    <dgm:pt modelId="{72B5967C-8C33-40C7-A957-15E66DF44056}">
      <dgm:prSet/>
      <dgm:spPr/>
      <dgm:t>
        <a:bodyPr/>
        <a:lstStyle/>
        <a:p>
          <a:r>
            <a:rPr lang="en-US"/>
            <a:t>- Predict call volumes</a:t>
          </a:r>
        </a:p>
      </dgm:t>
    </dgm:pt>
    <dgm:pt modelId="{F0D6E01F-A0DE-4FF9-AB9F-3726FCFD24B0}" type="parTrans" cxnId="{EBA98299-A428-471D-8870-F79ED9AE473F}">
      <dgm:prSet/>
      <dgm:spPr/>
      <dgm:t>
        <a:bodyPr/>
        <a:lstStyle/>
        <a:p>
          <a:endParaRPr lang="en-US"/>
        </a:p>
      </dgm:t>
    </dgm:pt>
    <dgm:pt modelId="{72EB4F88-4E4F-4603-9A74-5E03059D282D}" type="sibTrans" cxnId="{EBA98299-A428-471D-8870-F79ED9AE473F}">
      <dgm:prSet/>
      <dgm:spPr/>
      <dgm:t>
        <a:bodyPr/>
        <a:lstStyle/>
        <a:p>
          <a:endParaRPr lang="en-US"/>
        </a:p>
      </dgm:t>
    </dgm:pt>
    <dgm:pt modelId="{5EDC0178-FBB9-4B2C-8DA0-EB45B7EEB276}">
      <dgm:prSet/>
      <dgm:spPr/>
      <dgm:t>
        <a:bodyPr/>
        <a:lstStyle/>
        <a:p>
          <a:r>
            <a:rPr lang="en-US"/>
            <a:t>- Analyze sentiment trends</a:t>
          </a:r>
        </a:p>
      </dgm:t>
    </dgm:pt>
    <dgm:pt modelId="{F2D83351-7D99-40FF-A7E1-350C37778897}" type="parTrans" cxnId="{5A5027EC-4ECB-4A77-8252-005C2795620E}">
      <dgm:prSet/>
      <dgm:spPr/>
      <dgm:t>
        <a:bodyPr/>
        <a:lstStyle/>
        <a:p>
          <a:endParaRPr lang="en-US"/>
        </a:p>
      </dgm:t>
    </dgm:pt>
    <dgm:pt modelId="{D7E98D39-4C54-4F99-8839-5B778DE5D8B3}" type="sibTrans" cxnId="{5A5027EC-4ECB-4A77-8252-005C2795620E}">
      <dgm:prSet/>
      <dgm:spPr/>
      <dgm:t>
        <a:bodyPr/>
        <a:lstStyle/>
        <a:p>
          <a:endParaRPr lang="en-US"/>
        </a:p>
      </dgm:t>
    </dgm:pt>
    <dgm:pt modelId="{F0380A93-440F-47E8-9505-66437D682936}">
      <dgm:prSet/>
      <dgm:spPr/>
      <dgm:t>
        <a:bodyPr/>
        <a:lstStyle/>
        <a:p>
          <a:r>
            <a:rPr lang="en-US"/>
            <a:t>- Automate conversation summaries</a:t>
          </a:r>
        </a:p>
      </dgm:t>
    </dgm:pt>
    <dgm:pt modelId="{252D6808-EA8D-4603-B590-456D706465AD}" type="parTrans" cxnId="{E5D95FF9-DCC1-4768-B548-45B2D7ECBD4F}">
      <dgm:prSet/>
      <dgm:spPr/>
      <dgm:t>
        <a:bodyPr/>
        <a:lstStyle/>
        <a:p>
          <a:endParaRPr lang="en-US"/>
        </a:p>
      </dgm:t>
    </dgm:pt>
    <dgm:pt modelId="{E02001B3-54F1-4EF0-A219-A085F695B171}" type="sibTrans" cxnId="{E5D95FF9-DCC1-4768-B548-45B2D7ECBD4F}">
      <dgm:prSet/>
      <dgm:spPr/>
      <dgm:t>
        <a:bodyPr/>
        <a:lstStyle/>
        <a:p>
          <a:endParaRPr lang="en-US"/>
        </a:p>
      </dgm:t>
    </dgm:pt>
    <dgm:pt modelId="{68408645-9D36-4B34-8B73-5A1EAF003405}" type="pres">
      <dgm:prSet presAssocID="{4207C61F-BFC0-48AA-B621-E60EF28F898F}" presName="root" presStyleCnt="0">
        <dgm:presLayoutVars>
          <dgm:dir/>
          <dgm:resizeHandles val="exact"/>
        </dgm:presLayoutVars>
      </dgm:prSet>
      <dgm:spPr/>
    </dgm:pt>
    <dgm:pt modelId="{08FBFE1E-3B3D-4010-AD05-C9781B902DE3}" type="pres">
      <dgm:prSet presAssocID="{4207C61F-BFC0-48AA-B621-E60EF28F898F}" presName="container" presStyleCnt="0">
        <dgm:presLayoutVars>
          <dgm:dir/>
          <dgm:resizeHandles val="exact"/>
        </dgm:presLayoutVars>
      </dgm:prSet>
      <dgm:spPr/>
    </dgm:pt>
    <dgm:pt modelId="{085A1D81-0DE6-4338-81FD-C838C35D6C90}" type="pres">
      <dgm:prSet presAssocID="{B2BE7A20-3448-4A95-9EAA-AC98DA0F56A8}" presName="compNode" presStyleCnt="0"/>
      <dgm:spPr/>
    </dgm:pt>
    <dgm:pt modelId="{7870F1F6-EFE3-497C-A258-D98955545763}" type="pres">
      <dgm:prSet presAssocID="{B2BE7A20-3448-4A95-9EAA-AC98DA0F56A8}" presName="iconBgRect" presStyleLbl="bgShp" presStyleIdx="0" presStyleCnt="4"/>
      <dgm:spPr/>
    </dgm:pt>
    <dgm:pt modelId="{94D3771E-D90F-4CAE-AB5A-5FD1B24EDBD1}" type="pres">
      <dgm:prSet presAssocID="{B2BE7A20-3448-4A95-9EAA-AC98DA0F56A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0B80DD9A-871A-4C34-8BED-53D11914C44F}" type="pres">
      <dgm:prSet presAssocID="{B2BE7A20-3448-4A95-9EAA-AC98DA0F56A8}" presName="spaceRect" presStyleCnt="0"/>
      <dgm:spPr/>
    </dgm:pt>
    <dgm:pt modelId="{E5CD9E45-DD35-4232-AEFB-395CA16E7F53}" type="pres">
      <dgm:prSet presAssocID="{B2BE7A20-3448-4A95-9EAA-AC98DA0F56A8}" presName="textRect" presStyleLbl="revTx" presStyleIdx="0" presStyleCnt="4">
        <dgm:presLayoutVars>
          <dgm:chMax val="1"/>
          <dgm:chPref val="1"/>
        </dgm:presLayoutVars>
      </dgm:prSet>
      <dgm:spPr/>
    </dgm:pt>
    <dgm:pt modelId="{D30C3A22-E92A-4D60-82DC-EE1A5BC4F83D}" type="pres">
      <dgm:prSet presAssocID="{CFFFF941-DE3C-4F7D-8B96-1E106598FC21}" presName="sibTrans" presStyleLbl="sibTrans2D1" presStyleIdx="0" presStyleCnt="0"/>
      <dgm:spPr/>
    </dgm:pt>
    <dgm:pt modelId="{CA45278C-9DD9-4359-81B0-865B4ACE2D84}" type="pres">
      <dgm:prSet presAssocID="{72B5967C-8C33-40C7-A957-15E66DF44056}" presName="compNode" presStyleCnt="0"/>
      <dgm:spPr/>
    </dgm:pt>
    <dgm:pt modelId="{DCE1567F-456E-4031-B897-ACD303E814F3}" type="pres">
      <dgm:prSet presAssocID="{72B5967C-8C33-40C7-A957-15E66DF44056}" presName="iconBgRect" presStyleLbl="bgShp" presStyleIdx="1" presStyleCnt="4"/>
      <dgm:spPr/>
    </dgm:pt>
    <dgm:pt modelId="{63540AAA-1B04-4DCF-B144-FAE04FC958F0}" type="pres">
      <dgm:prSet presAssocID="{72B5967C-8C33-40C7-A957-15E66DF4405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E718C64-29FA-4C0F-8E56-DED720CD5147}" type="pres">
      <dgm:prSet presAssocID="{72B5967C-8C33-40C7-A957-15E66DF44056}" presName="spaceRect" presStyleCnt="0"/>
      <dgm:spPr/>
    </dgm:pt>
    <dgm:pt modelId="{A0A9937D-2438-43FC-B8F6-D047F048FF5D}" type="pres">
      <dgm:prSet presAssocID="{72B5967C-8C33-40C7-A957-15E66DF44056}" presName="textRect" presStyleLbl="revTx" presStyleIdx="1" presStyleCnt="4">
        <dgm:presLayoutVars>
          <dgm:chMax val="1"/>
          <dgm:chPref val="1"/>
        </dgm:presLayoutVars>
      </dgm:prSet>
      <dgm:spPr/>
    </dgm:pt>
    <dgm:pt modelId="{4846D6F3-0797-43A8-BDA5-841CF3C1A0CA}" type="pres">
      <dgm:prSet presAssocID="{72EB4F88-4E4F-4603-9A74-5E03059D282D}" presName="sibTrans" presStyleLbl="sibTrans2D1" presStyleIdx="0" presStyleCnt="0"/>
      <dgm:spPr/>
    </dgm:pt>
    <dgm:pt modelId="{9C25CA61-5FB5-4965-A142-4FF9EC4FCC85}" type="pres">
      <dgm:prSet presAssocID="{5EDC0178-FBB9-4B2C-8DA0-EB45B7EEB276}" presName="compNode" presStyleCnt="0"/>
      <dgm:spPr/>
    </dgm:pt>
    <dgm:pt modelId="{9E4582F7-4027-4333-AB53-9A74C67B330E}" type="pres">
      <dgm:prSet presAssocID="{5EDC0178-FBB9-4B2C-8DA0-EB45B7EEB276}" presName="iconBgRect" presStyleLbl="bgShp" presStyleIdx="2" presStyleCnt="4"/>
      <dgm:spPr/>
    </dgm:pt>
    <dgm:pt modelId="{C1FDFD80-8880-4B10-8146-430DFBA60CBF}" type="pres">
      <dgm:prSet presAssocID="{5EDC0178-FBB9-4B2C-8DA0-EB45B7EEB27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8C36C79-FFC6-49D4-A4DD-338E0919367B}" type="pres">
      <dgm:prSet presAssocID="{5EDC0178-FBB9-4B2C-8DA0-EB45B7EEB276}" presName="spaceRect" presStyleCnt="0"/>
      <dgm:spPr/>
    </dgm:pt>
    <dgm:pt modelId="{2559AAAA-4F3A-4216-9A64-AD7AA9DBBEEC}" type="pres">
      <dgm:prSet presAssocID="{5EDC0178-FBB9-4B2C-8DA0-EB45B7EEB276}" presName="textRect" presStyleLbl="revTx" presStyleIdx="2" presStyleCnt="4">
        <dgm:presLayoutVars>
          <dgm:chMax val="1"/>
          <dgm:chPref val="1"/>
        </dgm:presLayoutVars>
      </dgm:prSet>
      <dgm:spPr/>
    </dgm:pt>
    <dgm:pt modelId="{E7215D19-AB25-4343-8086-68B639B8EADB}" type="pres">
      <dgm:prSet presAssocID="{D7E98D39-4C54-4F99-8839-5B778DE5D8B3}" presName="sibTrans" presStyleLbl="sibTrans2D1" presStyleIdx="0" presStyleCnt="0"/>
      <dgm:spPr/>
    </dgm:pt>
    <dgm:pt modelId="{54BA2EC7-2203-480E-92AF-AF5E472A8951}" type="pres">
      <dgm:prSet presAssocID="{F0380A93-440F-47E8-9505-66437D682936}" presName="compNode" presStyleCnt="0"/>
      <dgm:spPr/>
    </dgm:pt>
    <dgm:pt modelId="{6710A646-E6CA-449B-A68D-C922550DAA4D}" type="pres">
      <dgm:prSet presAssocID="{F0380A93-440F-47E8-9505-66437D682936}" presName="iconBgRect" presStyleLbl="bgShp" presStyleIdx="3" presStyleCnt="4"/>
      <dgm:spPr/>
    </dgm:pt>
    <dgm:pt modelId="{4AC1D0DD-F545-4746-8751-703AF604DBEC}" type="pres">
      <dgm:prSet presAssocID="{F0380A93-440F-47E8-9505-66437D6829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F1D3D9C-3240-4F87-A79D-ADCCEFB0D484}" type="pres">
      <dgm:prSet presAssocID="{F0380A93-440F-47E8-9505-66437D682936}" presName="spaceRect" presStyleCnt="0"/>
      <dgm:spPr/>
    </dgm:pt>
    <dgm:pt modelId="{06C3C91A-45E8-4410-B157-7B145BA26AA9}" type="pres">
      <dgm:prSet presAssocID="{F0380A93-440F-47E8-9505-66437D68293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C127841-C385-4A11-AD13-6732F4528ED4}" srcId="{4207C61F-BFC0-48AA-B621-E60EF28F898F}" destId="{B2BE7A20-3448-4A95-9EAA-AC98DA0F56A8}" srcOrd="0" destOrd="0" parTransId="{84AA3F1D-E703-49AB-A475-9FB15BBF3E7F}" sibTransId="{CFFFF941-DE3C-4F7D-8B96-1E106598FC21}"/>
    <dgm:cxn modelId="{A59E3E47-8B4A-4F0F-9F1F-CD88AB3E2F2C}" type="presOf" srcId="{5EDC0178-FBB9-4B2C-8DA0-EB45B7EEB276}" destId="{2559AAAA-4F3A-4216-9A64-AD7AA9DBBEEC}" srcOrd="0" destOrd="0" presId="urn:microsoft.com/office/officeart/2018/2/layout/IconCircleList"/>
    <dgm:cxn modelId="{0E7C966D-A727-401D-9769-2B54473622F9}" type="presOf" srcId="{72B5967C-8C33-40C7-A957-15E66DF44056}" destId="{A0A9937D-2438-43FC-B8F6-D047F048FF5D}" srcOrd="0" destOrd="0" presId="urn:microsoft.com/office/officeart/2018/2/layout/IconCircleList"/>
    <dgm:cxn modelId="{0EBD7A83-C7EB-44E5-97D8-B00496B15B57}" type="presOf" srcId="{F0380A93-440F-47E8-9505-66437D682936}" destId="{06C3C91A-45E8-4410-B157-7B145BA26AA9}" srcOrd="0" destOrd="0" presId="urn:microsoft.com/office/officeart/2018/2/layout/IconCircleList"/>
    <dgm:cxn modelId="{EBA98299-A428-471D-8870-F79ED9AE473F}" srcId="{4207C61F-BFC0-48AA-B621-E60EF28F898F}" destId="{72B5967C-8C33-40C7-A957-15E66DF44056}" srcOrd="1" destOrd="0" parTransId="{F0D6E01F-A0DE-4FF9-AB9F-3726FCFD24B0}" sibTransId="{72EB4F88-4E4F-4603-9A74-5E03059D282D}"/>
    <dgm:cxn modelId="{B5E48BA8-6550-4CB1-A0B4-911EF7EEFCEA}" type="presOf" srcId="{B2BE7A20-3448-4A95-9EAA-AC98DA0F56A8}" destId="{E5CD9E45-DD35-4232-AEFB-395CA16E7F53}" srcOrd="0" destOrd="0" presId="urn:microsoft.com/office/officeart/2018/2/layout/IconCircleList"/>
    <dgm:cxn modelId="{84A963B2-FF23-4049-ABB1-827DD4DBD840}" type="presOf" srcId="{72EB4F88-4E4F-4603-9A74-5E03059D282D}" destId="{4846D6F3-0797-43A8-BDA5-841CF3C1A0CA}" srcOrd="0" destOrd="0" presId="urn:microsoft.com/office/officeart/2018/2/layout/IconCircleList"/>
    <dgm:cxn modelId="{48CF8BC5-566D-480C-AA28-F95808E4B470}" type="presOf" srcId="{CFFFF941-DE3C-4F7D-8B96-1E106598FC21}" destId="{D30C3A22-E92A-4D60-82DC-EE1A5BC4F83D}" srcOrd="0" destOrd="0" presId="urn:microsoft.com/office/officeart/2018/2/layout/IconCircleList"/>
    <dgm:cxn modelId="{AFDCC6CA-AE3A-4420-A2EB-91E76646C4A4}" type="presOf" srcId="{4207C61F-BFC0-48AA-B621-E60EF28F898F}" destId="{68408645-9D36-4B34-8B73-5A1EAF003405}" srcOrd="0" destOrd="0" presId="urn:microsoft.com/office/officeart/2018/2/layout/IconCircleList"/>
    <dgm:cxn modelId="{9B1EC2D6-4AA7-4265-BFA7-6A46CDCF3039}" type="presOf" srcId="{D7E98D39-4C54-4F99-8839-5B778DE5D8B3}" destId="{E7215D19-AB25-4343-8086-68B639B8EADB}" srcOrd="0" destOrd="0" presId="urn:microsoft.com/office/officeart/2018/2/layout/IconCircleList"/>
    <dgm:cxn modelId="{5A5027EC-4ECB-4A77-8252-005C2795620E}" srcId="{4207C61F-BFC0-48AA-B621-E60EF28F898F}" destId="{5EDC0178-FBB9-4B2C-8DA0-EB45B7EEB276}" srcOrd="2" destOrd="0" parTransId="{F2D83351-7D99-40FF-A7E1-350C37778897}" sibTransId="{D7E98D39-4C54-4F99-8839-5B778DE5D8B3}"/>
    <dgm:cxn modelId="{E5D95FF9-DCC1-4768-B548-45B2D7ECBD4F}" srcId="{4207C61F-BFC0-48AA-B621-E60EF28F898F}" destId="{F0380A93-440F-47E8-9505-66437D682936}" srcOrd="3" destOrd="0" parTransId="{252D6808-EA8D-4603-B590-456D706465AD}" sibTransId="{E02001B3-54F1-4EF0-A219-A085F695B171}"/>
    <dgm:cxn modelId="{9D9370EE-E041-4A9C-BE99-7932E57782A1}" type="presParOf" srcId="{68408645-9D36-4B34-8B73-5A1EAF003405}" destId="{08FBFE1E-3B3D-4010-AD05-C9781B902DE3}" srcOrd="0" destOrd="0" presId="urn:microsoft.com/office/officeart/2018/2/layout/IconCircleList"/>
    <dgm:cxn modelId="{DACC32DA-9B78-4D81-B472-0603483A0B46}" type="presParOf" srcId="{08FBFE1E-3B3D-4010-AD05-C9781B902DE3}" destId="{085A1D81-0DE6-4338-81FD-C838C35D6C90}" srcOrd="0" destOrd="0" presId="urn:microsoft.com/office/officeart/2018/2/layout/IconCircleList"/>
    <dgm:cxn modelId="{1B9C1C0B-0C5F-400A-BAC2-234A6B3317F4}" type="presParOf" srcId="{085A1D81-0DE6-4338-81FD-C838C35D6C90}" destId="{7870F1F6-EFE3-497C-A258-D98955545763}" srcOrd="0" destOrd="0" presId="urn:microsoft.com/office/officeart/2018/2/layout/IconCircleList"/>
    <dgm:cxn modelId="{EB0A3469-D86F-4C60-95BD-6A3607D0EDE7}" type="presParOf" srcId="{085A1D81-0DE6-4338-81FD-C838C35D6C90}" destId="{94D3771E-D90F-4CAE-AB5A-5FD1B24EDBD1}" srcOrd="1" destOrd="0" presId="urn:microsoft.com/office/officeart/2018/2/layout/IconCircleList"/>
    <dgm:cxn modelId="{3708B3CB-A125-42E7-8E89-E21A6F8AEA83}" type="presParOf" srcId="{085A1D81-0DE6-4338-81FD-C838C35D6C90}" destId="{0B80DD9A-871A-4C34-8BED-53D11914C44F}" srcOrd="2" destOrd="0" presId="urn:microsoft.com/office/officeart/2018/2/layout/IconCircleList"/>
    <dgm:cxn modelId="{3960E537-10F5-4CF0-9269-7216FEA9BAE4}" type="presParOf" srcId="{085A1D81-0DE6-4338-81FD-C838C35D6C90}" destId="{E5CD9E45-DD35-4232-AEFB-395CA16E7F53}" srcOrd="3" destOrd="0" presId="urn:microsoft.com/office/officeart/2018/2/layout/IconCircleList"/>
    <dgm:cxn modelId="{C456051B-2C3C-4FC0-8BCB-36394A209A8B}" type="presParOf" srcId="{08FBFE1E-3B3D-4010-AD05-C9781B902DE3}" destId="{D30C3A22-E92A-4D60-82DC-EE1A5BC4F83D}" srcOrd="1" destOrd="0" presId="urn:microsoft.com/office/officeart/2018/2/layout/IconCircleList"/>
    <dgm:cxn modelId="{EB22F6A5-BD65-4AB3-9DAF-32DDB3F3181C}" type="presParOf" srcId="{08FBFE1E-3B3D-4010-AD05-C9781B902DE3}" destId="{CA45278C-9DD9-4359-81B0-865B4ACE2D84}" srcOrd="2" destOrd="0" presId="urn:microsoft.com/office/officeart/2018/2/layout/IconCircleList"/>
    <dgm:cxn modelId="{45B6D736-CF76-4CF9-876F-BB393A99F067}" type="presParOf" srcId="{CA45278C-9DD9-4359-81B0-865B4ACE2D84}" destId="{DCE1567F-456E-4031-B897-ACD303E814F3}" srcOrd="0" destOrd="0" presId="urn:microsoft.com/office/officeart/2018/2/layout/IconCircleList"/>
    <dgm:cxn modelId="{FB2B8A91-2D73-491C-8916-774AC047144F}" type="presParOf" srcId="{CA45278C-9DD9-4359-81B0-865B4ACE2D84}" destId="{63540AAA-1B04-4DCF-B144-FAE04FC958F0}" srcOrd="1" destOrd="0" presId="urn:microsoft.com/office/officeart/2018/2/layout/IconCircleList"/>
    <dgm:cxn modelId="{4BF50EA1-A362-443B-83E1-043457DA5BF4}" type="presParOf" srcId="{CA45278C-9DD9-4359-81B0-865B4ACE2D84}" destId="{1E718C64-29FA-4C0F-8E56-DED720CD5147}" srcOrd="2" destOrd="0" presId="urn:microsoft.com/office/officeart/2018/2/layout/IconCircleList"/>
    <dgm:cxn modelId="{49F2C68C-3CD3-41E7-8DF4-8F29E6F3C612}" type="presParOf" srcId="{CA45278C-9DD9-4359-81B0-865B4ACE2D84}" destId="{A0A9937D-2438-43FC-B8F6-D047F048FF5D}" srcOrd="3" destOrd="0" presId="urn:microsoft.com/office/officeart/2018/2/layout/IconCircleList"/>
    <dgm:cxn modelId="{7AC7B177-AAE7-41D8-A60A-3FFC3B11469C}" type="presParOf" srcId="{08FBFE1E-3B3D-4010-AD05-C9781B902DE3}" destId="{4846D6F3-0797-43A8-BDA5-841CF3C1A0CA}" srcOrd="3" destOrd="0" presId="urn:microsoft.com/office/officeart/2018/2/layout/IconCircleList"/>
    <dgm:cxn modelId="{E49B1122-174B-4630-A291-DFFAB61E00E6}" type="presParOf" srcId="{08FBFE1E-3B3D-4010-AD05-C9781B902DE3}" destId="{9C25CA61-5FB5-4965-A142-4FF9EC4FCC85}" srcOrd="4" destOrd="0" presId="urn:microsoft.com/office/officeart/2018/2/layout/IconCircleList"/>
    <dgm:cxn modelId="{67D00C5B-61AA-43B8-B01A-FF937C8DB203}" type="presParOf" srcId="{9C25CA61-5FB5-4965-A142-4FF9EC4FCC85}" destId="{9E4582F7-4027-4333-AB53-9A74C67B330E}" srcOrd="0" destOrd="0" presId="urn:microsoft.com/office/officeart/2018/2/layout/IconCircleList"/>
    <dgm:cxn modelId="{FC8CBFE2-83ED-436F-9856-E744929186D7}" type="presParOf" srcId="{9C25CA61-5FB5-4965-A142-4FF9EC4FCC85}" destId="{C1FDFD80-8880-4B10-8146-430DFBA60CBF}" srcOrd="1" destOrd="0" presId="urn:microsoft.com/office/officeart/2018/2/layout/IconCircleList"/>
    <dgm:cxn modelId="{8D517DE9-D6BE-406F-AD20-B1A09061A202}" type="presParOf" srcId="{9C25CA61-5FB5-4965-A142-4FF9EC4FCC85}" destId="{E8C36C79-FFC6-49D4-A4DD-338E0919367B}" srcOrd="2" destOrd="0" presId="urn:microsoft.com/office/officeart/2018/2/layout/IconCircleList"/>
    <dgm:cxn modelId="{F127DE10-8C26-431B-A470-57173A390440}" type="presParOf" srcId="{9C25CA61-5FB5-4965-A142-4FF9EC4FCC85}" destId="{2559AAAA-4F3A-4216-9A64-AD7AA9DBBEEC}" srcOrd="3" destOrd="0" presId="urn:microsoft.com/office/officeart/2018/2/layout/IconCircleList"/>
    <dgm:cxn modelId="{97F81F2C-D720-48A4-8955-C8236ADD7F7C}" type="presParOf" srcId="{08FBFE1E-3B3D-4010-AD05-C9781B902DE3}" destId="{E7215D19-AB25-4343-8086-68B639B8EADB}" srcOrd="5" destOrd="0" presId="urn:microsoft.com/office/officeart/2018/2/layout/IconCircleList"/>
    <dgm:cxn modelId="{ABB0BB1E-BEE2-496A-9334-C03531E41B98}" type="presParOf" srcId="{08FBFE1E-3B3D-4010-AD05-C9781B902DE3}" destId="{54BA2EC7-2203-480E-92AF-AF5E472A8951}" srcOrd="6" destOrd="0" presId="urn:microsoft.com/office/officeart/2018/2/layout/IconCircleList"/>
    <dgm:cxn modelId="{FD64E62C-E823-4DE2-9308-013C38305478}" type="presParOf" srcId="{54BA2EC7-2203-480E-92AF-AF5E472A8951}" destId="{6710A646-E6CA-449B-A68D-C922550DAA4D}" srcOrd="0" destOrd="0" presId="urn:microsoft.com/office/officeart/2018/2/layout/IconCircleList"/>
    <dgm:cxn modelId="{6E4B75D3-445C-4D24-B1EE-543F324B410F}" type="presParOf" srcId="{54BA2EC7-2203-480E-92AF-AF5E472A8951}" destId="{4AC1D0DD-F545-4746-8751-703AF604DBEC}" srcOrd="1" destOrd="0" presId="urn:microsoft.com/office/officeart/2018/2/layout/IconCircleList"/>
    <dgm:cxn modelId="{0B424646-2EF4-4B1A-A7D3-E406549CC628}" type="presParOf" srcId="{54BA2EC7-2203-480E-92AF-AF5E472A8951}" destId="{9F1D3D9C-3240-4F87-A79D-ADCCEFB0D484}" srcOrd="2" destOrd="0" presId="urn:microsoft.com/office/officeart/2018/2/layout/IconCircleList"/>
    <dgm:cxn modelId="{A5A1728A-6443-4B6B-A733-093E9D3B0743}" type="presParOf" srcId="{54BA2EC7-2203-480E-92AF-AF5E472A8951}" destId="{06C3C91A-45E8-4410-B157-7B145BA26AA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FD2B2B-504F-4937-B910-14C3495458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003BBC6-D5EC-4A20-AEDD-61241BD7BA6F}">
      <dgm:prSet/>
      <dgm:spPr/>
      <dgm:t>
        <a:bodyPr/>
        <a:lstStyle/>
        <a:p>
          <a:r>
            <a:rPr lang="en-US"/>
            <a:t>1. Sentiment &amp; Issue Detection – uncover patterns and customer emotions.</a:t>
          </a:r>
        </a:p>
      </dgm:t>
    </dgm:pt>
    <dgm:pt modelId="{0B02FAF9-B96B-49B8-847C-CD93E3E3C02F}" type="parTrans" cxnId="{4559ADF2-CD18-42FB-8DF6-373EB7EA0D0D}">
      <dgm:prSet/>
      <dgm:spPr/>
      <dgm:t>
        <a:bodyPr/>
        <a:lstStyle/>
        <a:p>
          <a:endParaRPr lang="en-US"/>
        </a:p>
      </dgm:t>
    </dgm:pt>
    <dgm:pt modelId="{A66575B3-CDA7-45D7-B9D5-2B45DFEF86CC}" type="sibTrans" cxnId="{4559ADF2-CD18-42FB-8DF6-373EB7EA0D0D}">
      <dgm:prSet/>
      <dgm:spPr/>
      <dgm:t>
        <a:bodyPr/>
        <a:lstStyle/>
        <a:p>
          <a:endParaRPr lang="en-US"/>
        </a:p>
      </dgm:t>
    </dgm:pt>
    <dgm:pt modelId="{5A2D272F-968E-415F-B4E6-C4099C4B1800}">
      <dgm:prSet/>
      <dgm:spPr/>
      <dgm:t>
        <a:bodyPr/>
        <a:lstStyle/>
        <a:p>
          <a:r>
            <a:rPr lang="en-US"/>
            <a:t>2. Call Volume Forecasting – predict workload and plan staffing.</a:t>
          </a:r>
        </a:p>
      </dgm:t>
    </dgm:pt>
    <dgm:pt modelId="{0C82C096-7BBA-4FB1-BC44-BDADDD6AD017}" type="parTrans" cxnId="{BDA6D6CB-7223-408D-8CC3-75991E234BCF}">
      <dgm:prSet/>
      <dgm:spPr/>
      <dgm:t>
        <a:bodyPr/>
        <a:lstStyle/>
        <a:p>
          <a:endParaRPr lang="en-US"/>
        </a:p>
      </dgm:t>
    </dgm:pt>
    <dgm:pt modelId="{20C1D320-F783-4427-B799-579D7A708D41}" type="sibTrans" cxnId="{BDA6D6CB-7223-408D-8CC3-75991E234BCF}">
      <dgm:prSet/>
      <dgm:spPr/>
      <dgm:t>
        <a:bodyPr/>
        <a:lstStyle/>
        <a:p>
          <a:endParaRPr lang="en-US"/>
        </a:p>
      </dgm:t>
    </dgm:pt>
    <dgm:pt modelId="{691E9E50-1B83-4484-9C27-318FACB9705E}">
      <dgm:prSet/>
      <dgm:spPr/>
      <dgm:t>
        <a:bodyPr/>
        <a:lstStyle/>
        <a:p>
          <a:r>
            <a:rPr lang="en-US"/>
            <a:t>3. Conversational Summarization – generate concise call summaries.</a:t>
          </a:r>
        </a:p>
      </dgm:t>
    </dgm:pt>
    <dgm:pt modelId="{52FA9D54-A337-4879-933F-9B9E0F9B556E}" type="parTrans" cxnId="{84309B6A-15D2-4676-8A10-1FD2D630DD93}">
      <dgm:prSet/>
      <dgm:spPr/>
      <dgm:t>
        <a:bodyPr/>
        <a:lstStyle/>
        <a:p>
          <a:endParaRPr lang="en-US"/>
        </a:p>
      </dgm:t>
    </dgm:pt>
    <dgm:pt modelId="{B80B4CC2-C92D-4E13-8BC6-DBB763AF8CA4}" type="sibTrans" cxnId="{84309B6A-15D2-4676-8A10-1FD2D630DD93}">
      <dgm:prSet/>
      <dgm:spPr/>
      <dgm:t>
        <a:bodyPr/>
        <a:lstStyle/>
        <a:p>
          <a:endParaRPr lang="en-US"/>
        </a:p>
      </dgm:t>
    </dgm:pt>
    <dgm:pt modelId="{43E081E6-8275-4BF3-8473-6045B65A9D16}" type="pres">
      <dgm:prSet presAssocID="{65FD2B2B-504F-4937-B910-14C3495458C3}" presName="outerComposite" presStyleCnt="0">
        <dgm:presLayoutVars>
          <dgm:chMax val="5"/>
          <dgm:dir/>
          <dgm:resizeHandles val="exact"/>
        </dgm:presLayoutVars>
      </dgm:prSet>
      <dgm:spPr/>
    </dgm:pt>
    <dgm:pt modelId="{54E1E925-6367-4108-8247-D2573F05B443}" type="pres">
      <dgm:prSet presAssocID="{65FD2B2B-504F-4937-B910-14C3495458C3}" presName="dummyMaxCanvas" presStyleCnt="0">
        <dgm:presLayoutVars/>
      </dgm:prSet>
      <dgm:spPr/>
    </dgm:pt>
    <dgm:pt modelId="{228478AB-8E63-4D35-B1C2-872FEC9ADCF3}" type="pres">
      <dgm:prSet presAssocID="{65FD2B2B-504F-4937-B910-14C3495458C3}" presName="ThreeNodes_1" presStyleLbl="node1" presStyleIdx="0" presStyleCnt="3">
        <dgm:presLayoutVars>
          <dgm:bulletEnabled val="1"/>
        </dgm:presLayoutVars>
      </dgm:prSet>
      <dgm:spPr/>
    </dgm:pt>
    <dgm:pt modelId="{D722EBFE-097E-4F77-810D-BAF3F24FC684}" type="pres">
      <dgm:prSet presAssocID="{65FD2B2B-504F-4937-B910-14C3495458C3}" presName="ThreeNodes_2" presStyleLbl="node1" presStyleIdx="1" presStyleCnt="3">
        <dgm:presLayoutVars>
          <dgm:bulletEnabled val="1"/>
        </dgm:presLayoutVars>
      </dgm:prSet>
      <dgm:spPr/>
    </dgm:pt>
    <dgm:pt modelId="{9ABDC11D-B2F1-4F2F-AFF6-ED3F8D1B7034}" type="pres">
      <dgm:prSet presAssocID="{65FD2B2B-504F-4937-B910-14C3495458C3}" presName="ThreeNodes_3" presStyleLbl="node1" presStyleIdx="2" presStyleCnt="3">
        <dgm:presLayoutVars>
          <dgm:bulletEnabled val="1"/>
        </dgm:presLayoutVars>
      </dgm:prSet>
      <dgm:spPr/>
    </dgm:pt>
    <dgm:pt modelId="{0319ACD7-CE6E-4919-B6B2-8C92ED23907B}" type="pres">
      <dgm:prSet presAssocID="{65FD2B2B-504F-4937-B910-14C3495458C3}" presName="ThreeConn_1-2" presStyleLbl="fgAccFollowNode1" presStyleIdx="0" presStyleCnt="2">
        <dgm:presLayoutVars>
          <dgm:bulletEnabled val="1"/>
        </dgm:presLayoutVars>
      </dgm:prSet>
      <dgm:spPr/>
    </dgm:pt>
    <dgm:pt modelId="{4817704A-C66D-4C58-99DB-3E0DB3BD9468}" type="pres">
      <dgm:prSet presAssocID="{65FD2B2B-504F-4937-B910-14C3495458C3}" presName="ThreeConn_2-3" presStyleLbl="fgAccFollowNode1" presStyleIdx="1" presStyleCnt="2">
        <dgm:presLayoutVars>
          <dgm:bulletEnabled val="1"/>
        </dgm:presLayoutVars>
      </dgm:prSet>
      <dgm:spPr/>
    </dgm:pt>
    <dgm:pt modelId="{A5C7B227-B673-4F27-BA8A-5DF994AF511D}" type="pres">
      <dgm:prSet presAssocID="{65FD2B2B-504F-4937-B910-14C3495458C3}" presName="ThreeNodes_1_text" presStyleLbl="node1" presStyleIdx="2" presStyleCnt="3">
        <dgm:presLayoutVars>
          <dgm:bulletEnabled val="1"/>
        </dgm:presLayoutVars>
      </dgm:prSet>
      <dgm:spPr/>
    </dgm:pt>
    <dgm:pt modelId="{B11205F8-E68E-494C-ABB7-7BF25DBE9811}" type="pres">
      <dgm:prSet presAssocID="{65FD2B2B-504F-4937-B910-14C3495458C3}" presName="ThreeNodes_2_text" presStyleLbl="node1" presStyleIdx="2" presStyleCnt="3">
        <dgm:presLayoutVars>
          <dgm:bulletEnabled val="1"/>
        </dgm:presLayoutVars>
      </dgm:prSet>
      <dgm:spPr/>
    </dgm:pt>
    <dgm:pt modelId="{A2A655EF-E5B1-45C9-94FF-9535A891F786}" type="pres">
      <dgm:prSet presAssocID="{65FD2B2B-504F-4937-B910-14C3495458C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19EE504-7F17-41E2-BC15-314A19D8609D}" type="presOf" srcId="{691E9E50-1B83-4484-9C27-318FACB9705E}" destId="{9ABDC11D-B2F1-4F2F-AFF6-ED3F8D1B7034}" srcOrd="0" destOrd="0" presId="urn:microsoft.com/office/officeart/2005/8/layout/vProcess5"/>
    <dgm:cxn modelId="{42842A15-5ED3-4739-88D2-519D9D822614}" type="presOf" srcId="{6003BBC6-D5EC-4A20-AEDD-61241BD7BA6F}" destId="{A5C7B227-B673-4F27-BA8A-5DF994AF511D}" srcOrd="1" destOrd="0" presId="urn:microsoft.com/office/officeart/2005/8/layout/vProcess5"/>
    <dgm:cxn modelId="{C8D7C819-412B-402D-BB53-128256FCBBA0}" type="presOf" srcId="{691E9E50-1B83-4484-9C27-318FACB9705E}" destId="{A2A655EF-E5B1-45C9-94FF-9535A891F786}" srcOrd="1" destOrd="0" presId="urn:microsoft.com/office/officeart/2005/8/layout/vProcess5"/>
    <dgm:cxn modelId="{2B825F2A-33D4-4B9F-94D3-2A8337CBF12C}" type="presOf" srcId="{A66575B3-CDA7-45D7-B9D5-2B45DFEF86CC}" destId="{0319ACD7-CE6E-4919-B6B2-8C92ED23907B}" srcOrd="0" destOrd="0" presId="urn:microsoft.com/office/officeart/2005/8/layout/vProcess5"/>
    <dgm:cxn modelId="{830F4733-709E-4B78-808C-68821A49E875}" type="presOf" srcId="{5A2D272F-968E-415F-B4E6-C4099C4B1800}" destId="{D722EBFE-097E-4F77-810D-BAF3F24FC684}" srcOrd="0" destOrd="0" presId="urn:microsoft.com/office/officeart/2005/8/layout/vProcess5"/>
    <dgm:cxn modelId="{7A6DEE47-479F-4F74-BC14-3931E2AF4486}" type="presOf" srcId="{5A2D272F-968E-415F-B4E6-C4099C4B1800}" destId="{B11205F8-E68E-494C-ABB7-7BF25DBE9811}" srcOrd="1" destOrd="0" presId="urn:microsoft.com/office/officeart/2005/8/layout/vProcess5"/>
    <dgm:cxn modelId="{84309B6A-15D2-4676-8A10-1FD2D630DD93}" srcId="{65FD2B2B-504F-4937-B910-14C3495458C3}" destId="{691E9E50-1B83-4484-9C27-318FACB9705E}" srcOrd="2" destOrd="0" parTransId="{52FA9D54-A337-4879-933F-9B9E0F9B556E}" sibTransId="{B80B4CC2-C92D-4E13-8BC6-DBB763AF8CA4}"/>
    <dgm:cxn modelId="{D290BA6C-73FD-434E-B0DF-25B08DDBD82C}" type="presOf" srcId="{6003BBC6-D5EC-4A20-AEDD-61241BD7BA6F}" destId="{228478AB-8E63-4D35-B1C2-872FEC9ADCF3}" srcOrd="0" destOrd="0" presId="urn:microsoft.com/office/officeart/2005/8/layout/vProcess5"/>
    <dgm:cxn modelId="{6A49514D-387E-49B3-AF59-0A0A7E2C4C76}" type="presOf" srcId="{65FD2B2B-504F-4937-B910-14C3495458C3}" destId="{43E081E6-8275-4BF3-8473-6045B65A9D16}" srcOrd="0" destOrd="0" presId="urn:microsoft.com/office/officeart/2005/8/layout/vProcess5"/>
    <dgm:cxn modelId="{BDA6D6CB-7223-408D-8CC3-75991E234BCF}" srcId="{65FD2B2B-504F-4937-B910-14C3495458C3}" destId="{5A2D272F-968E-415F-B4E6-C4099C4B1800}" srcOrd="1" destOrd="0" parTransId="{0C82C096-7BBA-4FB1-BC44-BDADDD6AD017}" sibTransId="{20C1D320-F783-4427-B799-579D7A708D41}"/>
    <dgm:cxn modelId="{BC879EE5-10C6-4ADF-A9EF-CEA91527B424}" type="presOf" srcId="{20C1D320-F783-4427-B799-579D7A708D41}" destId="{4817704A-C66D-4C58-99DB-3E0DB3BD9468}" srcOrd="0" destOrd="0" presId="urn:microsoft.com/office/officeart/2005/8/layout/vProcess5"/>
    <dgm:cxn modelId="{4559ADF2-CD18-42FB-8DF6-373EB7EA0D0D}" srcId="{65FD2B2B-504F-4937-B910-14C3495458C3}" destId="{6003BBC6-D5EC-4A20-AEDD-61241BD7BA6F}" srcOrd="0" destOrd="0" parTransId="{0B02FAF9-B96B-49B8-847C-CD93E3E3C02F}" sibTransId="{A66575B3-CDA7-45D7-B9D5-2B45DFEF86CC}"/>
    <dgm:cxn modelId="{931E3C70-D095-4C65-8F69-AC5B4CC135CB}" type="presParOf" srcId="{43E081E6-8275-4BF3-8473-6045B65A9D16}" destId="{54E1E925-6367-4108-8247-D2573F05B443}" srcOrd="0" destOrd="0" presId="urn:microsoft.com/office/officeart/2005/8/layout/vProcess5"/>
    <dgm:cxn modelId="{4E855A61-CE84-42AA-A810-715B772EB0A8}" type="presParOf" srcId="{43E081E6-8275-4BF3-8473-6045B65A9D16}" destId="{228478AB-8E63-4D35-B1C2-872FEC9ADCF3}" srcOrd="1" destOrd="0" presId="urn:microsoft.com/office/officeart/2005/8/layout/vProcess5"/>
    <dgm:cxn modelId="{449BC37E-454A-4016-9239-25129FB6940A}" type="presParOf" srcId="{43E081E6-8275-4BF3-8473-6045B65A9D16}" destId="{D722EBFE-097E-4F77-810D-BAF3F24FC684}" srcOrd="2" destOrd="0" presId="urn:microsoft.com/office/officeart/2005/8/layout/vProcess5"/>
    <dgm:cxn modelId="{DD3E6C8B-29DE-4D0A-862F-476D88F843E8}" type="presParOf" srcId="{43E081E6-8275-4BF3-8473-6045B65A9D16}" destId="{9ABDC11D-B2F1-4F2F-AFF6-ED3F8D1B7034}" srcOrd="3" destOrd="0" presId="urn:microsoft.com/office/officeart/2005/8/layout/vProcess5"/>
    <dgm:cxn modelId="{C8855481-BF7C-45FA-A581-F24E81D06E82}" type="presParOf" srcId="{43E081E6-8275-4BF3-8473-6045B65A9D16}" destId="{0319ACD7-CE6E-4919-B6B2-8C92ED23907B}" srcOrd="4" destOrd="0" presId="urn:microsoft.com/office/officeart/2005/8/layout/vProcess5"/>
    <dgm:cxn modelId="{A56B3C29-CE59-47F8-BFE6-CC55A81B7C0A}" type="presParOf" srcId="{43E081E6-8275-4BF3-8473-6045B65A9D16}" destId="{4817704A-C66D-4C58-99DB-3E0DB3BD9468}" srcOrd="5" destOrd="0" presId="urn:microsoft.com/office/officeart/2005/8/layout/vProcess5"/>
    <dgm:cxn modelId="{53CC395C-B3C4-4329-9495-0DB67EF71AF9}" type="presParOf" srcId="{43E081E6-8275-4BF3-8473-6045B65A9D16}" destId="{A5C7B227-B673-4F27-BA8A-5DF994AF511D}" srcOrd="6" destOrd="0" presId="urn:microsoft.com/office/officeart/2005/8/layout/vProcess5"/>
    <dgm:cxn modelId="{214812B7-4DEC-420F-A16C-861581783FA0}" type="presParOf" srcId="{43E081E6-8275-4BF3-8473-6045B65A9D16}" destId="{B11205F8-E68E-494C-ABB7-7BF25DBE9811}" srcOrd="7" destOrd="0" presId="urn:microsoft.com/office/officeart/2005/8/layout/vProcess5"/>
    <dgm:cxn modelId="{C75DE0F9-B458-41BE-ACC8-3395436240BB}" type="presParOf" srcId="{43E081E6-8275-4BF3-8473-6045B65A9D16}" destId="{A2A655EF-E5B1-45C9-94FF-9535A891F78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B64ACD-6665-44A8-9CCD-9CFA47DACA8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AFC577-C565-42BE-B28D-819450746AB9}">
      <dgm:prSet/>
      <dgm:spPr/>
      <dgm:t>
        <a:bodyPr/>
        <a:lstStyle/>
        <a:p>
          <a:pPr>
            <a:defRPr cap="all"/>
          </a:pPr>
          <a:r>
            <a:rPr lang="en-US"/>
            <a:t>Tool: Azure AI Language</a:t>
          </a:r>
        </a:p>
      </dgm:t>
    </dgm:pt>
    <dgm:pt modelId="{7E4C178C-CCC7-43FE-ACB4-D5419953D65E}" type="parTrans" cxnId="{BA45EDDF-0FCE-4E85-837D-F02DCCDEEAA2}">
      <dgm:prSet/>
      <dgm:spPr/>
      <dgm:t>
        <a:bodyPr/>
        <a:lstStyle/>
        <a:p>
          <a:endParaRPr lang="en-US"/>
        </a:p>
      </dgm:t>
    </dgm:pt>
    <dgm:pt modelId="{1DB378A2-2C18-41A4-8764-6FB052B7EC5C}" type="sibTrans" cxnId="{BA45EDDF-0FCE-4E85-837D-F02DCCDEEAA2}">
      <dgm:prSet/>
      <dgm:spPr/>
      <dgm:t>
        <a:bodyPr/>
        <a:lstStyle/>
        <a:p>
          <a:endParaRPr lang="en-US"/>
        </a:p>
      </dgm:t>
    </dgm:pt>
    <dgm:pt modelId="{B54C9359-9514-4B86-9747-A8F710A48357}">
      <dgm:prSet/>
      <dgm:spPr/>
      <dgm:t>
        <a:bodyPr/>
        <a:lstStyle/>
        <a:p>
          <a:pPr>
            <a:defRPr cap="all"/>
          </a:pPr>
          <a:r>
            <a:rPr lang="en-US"/>
            <a:t>- Extract sentiment, key phrases, and named entities</a:t>
          </a:r>
        </a:p>
      </dgm:t>
    </dgm:pt>
    <dgm:pt modelId="{50B323F3-98A1-4BEF-8B24-33932085D1C8}" type="parTrans" cxnId="{D9E81219-58E8-449E-A961-ACBC18074DF9}">
      <dgm:prSet/>
      <dgm:spPr/>
      <dgm:t>
        <a:bodyPr/>
        <a:lstStyle/>
        <a:p>
          <a:endParaRPr lang="en-US"/>
        </a:p>
      </dgm:t>
    </dgm:pt>
    <dgm:pt modelId="{AC1BE0C2-8A97-4C69-BEFC-2517641F49BA}" type="sibTrans" cxnId="{D9E81219-58E8-449E-A961-ACBC18074DF9}">
      <dgm:prSet/>
      <dgm:spPr/>
      <dgm:t>
        <a:bodyPr/>
        <a:lstStyle/>
        <a:p>
          <a:endParaRPr lang="en-US"/>
        </a:p>
      </dgm:t>
    </dgm:pt>
    <dgm:pt modelId="{BC40C166-6B19-488D-B8ED-12DA6CBC3664}">
      <dgm:prSet/>
      <dgm:spPr/>
      <dgm:t>
        <a:bodyPr/>
        <a:lstStyle/>
        <a:p>
          <a:pPr>
            <a:defRPr cap="all"/>
          </a:pPr>
          <a:r>
            <a:rPr lang="en-US"/>
            <a:t>- Identify top negative topics: billing delays, connection issues</a:t>
          </a:r>
        </a:p>
      </dgm:t>
    </dgm:pt>
    <dgm:pt modelId="{0EF73812-832B-454B-AABC-3A1F2ABF6D0E}" type="parTrans" cxnId="{1FAD6BCE-6511-4533-811C-B3FA1C712DC7}">
      <dgm:prSet/>
      <dgm:spPr/>
      <dgm:t>
        <a:bodyPr/>
        <a:lstStyle/>
        <a:p>
          <a:endParaRPr lang="en-US"/>
        </a:p>
      </dgm:t>
    </dgm:pt>
    <dgm:pt modelId="{30932DA5-DC98-49D8-AF83-9E9B57636DD1}" type="sibTrans" cxnId="{1FAD6BCE-6511-4533-811C-B3FA1C712DC7}">
      <dgm:prSet/>
      <dgm:spPr/>
      <dgm:t>
        <a:bodyPr/>
        <a:lstStyle/>
        <a:p>
          <a:endParaRPr lang="en-US"/>
        </a:p>
      </dgm:t>
    </dgm:pt>
    <dgm:pt modelId="{40B9CD7B-9819-424F-9BEF-7A93D4E8BD72}">
      <dgm:prSet/>
      <dgm:spPr/>
      <dgm:t>
        <a:bodyPr/>
        <a:lstStyle/>
        <a:p>
          <a:pPr>
            <a:defRPr cap="all"/>
          </a:pPr>
          <a:r>
            <a:rPr lang="en-US"/>
            <a:t>- Average sentiment: 0.63 (Positive)</a:t>
          </a:r>
        </a:p>
      </dgm:t>
    </dgm:pt>
    <dgm:pt modelId="{D78A4D83-111A-4E1A-AD02-4F54596BA031}" type="parTrans" cxnId="{05120DCC-0C3B-484D-ACAD-F759B19E0802}">
      <dgm:prSet/>
      <dgm:spPr/>
      <dgm:t>
        <a:bodyPr/>
        <a:lstStyle/>
        <a:p>
          <a:endParaRPr lang="en-US"/>
        </a:p>
      </dgm:t>
    </dgm:pt>
    <dgm:pt modelId="{3B73865A-9721-400B-A614-9A74A47A5DFD}" type="sibTrans" cxnId="{05120DCC-0C3B-484D-ACAD-F759B19E0802}">
      <dgm:prSet/>
      <dgm:spPr/>
      <dgm:t>
        <a:bodyPr/>
        <a:lstStyle/>
        <a:p>
          <a:endParaRPr lang="en-US"/>
        </a:p>
      </dgm:t>
    </dgm:pt>
    <dgm:pt modelId="{A2DABCDD-C582-4FF5-A8F4-BFEC0A69AA47}" type="pres">
      <dgm:prSet presAssocID="{5FB64ACD-6665-44A8-9CCD-9CFA47DACA80}" presName="root" presStyleCnt="0">
        <dgm:presLayoutVars>
          <dgm:dir/>
          <dgm:resizeHandles val="exact"/>
        </dgm:presLayoutVars>
      </dgm:prSet>
      <dgm:spPr/>
    </dgm:pt>
    <dgm:pt modelId="{1F49F791-42C3-4FCE-8EF0-4981C4921F91}" type="pres">
      <dgm:prSet presAssocID="{E8AFC577-C565-42BE-B28D-819450746AB9}" presName="compNode" presStyleCnt="0"/>
      <dgm:spPr/>
    </dgm:pt>
    <dgm:pt modelId="{E23020F4-D311-4CF6-8841-C32001E18D4F}" type="pres">
      <dgm:prSet presAssocID="{E8AFC577-C565-42BE-B28D-819450746AB9}" presName="iconBgRect" presStyleLbl="bgShp" presStyleIdx="0" presStyleCnt="4"/>
      <dgm:spPr/>
    </dgm:pt>
    <dgm:pt modelId="{B8CF1CDB-79D4-4088-A9FD-1EC129056FD6}" type="pres">
      <dgm:prSet presAssocID="{E8AFC577-C565-42BE-B28D-819450746A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26562F5-3967-436B-8037-2DC0C1E86CFC}" type="pres">
      <dgm:prSet presAssocID="{E8AFC577-C565-42BE-B28D-819450746AB9}" presName="spaceRect" presStyleCnt="0"/>
      <dgm:spPr/>
    </dgm:pt>
    <dgm:pt modelId="{3A81205B-AF3F-46E2-B28B-692ED5D03DBC}" type="pres">
      <dgm:prSet presAssocID="{E8AFC577-C565-42BE-B28D-819450746AB9}" presName="textRect" presStyleLbl="revTx" presStyleIdx="0" presStyleCnt="4">
        <dgm:presLayoutVars>
          <dgm:chMax val="1"/>
          <dgm:chPref val="1"/>
        </dgm:presLayoutVars>
      </dgm:prSet>
      <dgm:spPr/>
    </dgm:pt>
    <dgm:pt modelId="{5946FE03-9B7B-4F7E-8788-C2252E559E1B}" type="pres">
      <dgm:prSet presAssocID="{1DB378A2-2C18-41A4-8764-6FB052B7EC5C}" presName="sibTrans" presStyleCnt="0"/>
      <dgm:spPr/>
    </dgm:pt>
    <dgm:pt modelId="{E6B3995C-213B-4E90-8EA1-E2E9A8FB350D}" type="pres">
      <dgm:prSet presAssocID="{B54C9359-9514-4B86-9747-A8F710A48357}" presName="compNode" presStyleCnt="0"/>
      <dgm:spPr/>
    </dgm:pt>
    <dgm:pt modelId="{430CE489-E472-4024-825B-2BD1294E411A}" type="pres">
      <dgm:prSet presAssocID="{B54C9359-9514-4B86-9747-A8F710A48357}" presName="iconBgRect" presStyleLbl="bgShp" presStyleIdx="1" presStyleCnt="4"/>
      <dgm:spPr/>
    </dgm:pt>
    <dgm:pt modelId="{3979D22E-A953-420D-9C42-C8AF1802E234}" type="pres">
      <dgm:prSet presAssocID="{B54C9359-9514-4B86-9747-A8F710A483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37FF2FA-B6C2-4028-A810-347B002788C8}" type="pres">
      <dgm:prSet presAssocID="{B54C9359-9514-4B86-9747-A8F710A48357}" presName="spaceRect" presStyleCnt="0"/>
      <dgm:spPr/>
    </dgm:pt>
    <dgm:pt modelId="{DA1D9205-6226-47A0-A4FD-36E5DACA95CA}" type="pres">
      <dgm:prSet presAssocID="{B54C9359-9514-4B86-9747-A8F710A48357}" presName="textRect" presStyleLbl="revTx" presStyleIdx="1" presStyleCnt="4">
        <dgm:presLayoutVars>
          <dgm:chMax val="1"/>
          <dgm:chPref val="1"/>
        </dgm:presLayoutVars>
      </dgm:prSet>
      <dgm:spPr/>
    </dgm:pt>
    <dgm:pt modelId="{5A41FF9D-18A0-4F4E-9D3B-AB34C2EA9275}" type="pres">
      <dgm:prSet presAssocID="{AC1BE0C2-8A97-4C69-BEFC-2517641F49BA}" presName="sibTrans" presStyleCnt="0"/>
      <dgm:spPr/>
    </dgm:pt>
    <dgm:pt modelId="{F504B9AA-471E-4CA9-9D4F-A4A6AED80A72}" type="pres">
      <dgm:prSet presAssocID="{BC40C166-6B19-488D-B8ED-12DA6CBC3664}" presName="compNode" presStyleCnt="0"/>
      <dgm:spPr/>
    </dgm:pt>
    <dgm:pt modelId="{F2F73410-3569-4FDC-9BDB-E19EA245EC2E}" type="pres">
      <dgm:prSet presAssocID="{BC40C166-6B19-488D-B8ED-12DA6CBC3664}" presName="iconBgRect" presStyleLbl="bgShp" presStyleIdx="2" presStyleCnt="4"/>
      <dgm:spPr/>
    </dgm:pt>
    <dgm:pt modelId="{4FF546CD-59B3-40BA-8ED6-692482D1BB36}" type="pres">
      <dgm:prSet presAssocID="{BC40C166-6B19-488D-B8ED-12DA6CBC36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9EB7905-0584-46F6-A2AF-80E58E845BC1}" type="pres">
      <dgm:prSet presAssocID="{BC40C166-6B19-488D-B8ED-12DA6CBC3664}" presName="spaceRect" presStyleCnt="0"/>
      <dgm:spPr/>
    </dgm:pt>
    <dgm:pt modelId="{7DC20483-7257-4610-AF38-BE58D1649697}" type="pres">
      <dgm:prSet presAssocID="{BC40C166-6B19-488D-B8ED-12DA6CBC3664}" presName="textRect" presStyleLbl="revTx" presStyleIdx="2" presStyleCnt="4">
        <dgm:presLayoutVars>
          <dgm:chMax val="1"/>
          <dgm:chPref val="1"/>
        </dgm:presLayoutVars>
      </dgm:prSet>
      <dgm:spPr/>
    </dgm:pt>
    <dgm:pt modelId="{03CEF6BD-C765-4DF4-AE0B-FB7B4F81FA6E}" type="pres">
      <dgm:prSet presAssocID="{30932DA5-DC98-49D8-AF83-9E9B57636DD1}" presName="sibTrans" presStyleCnt="0"/>
      <dgm:spPr/>
    </dgm:pt>
    <dgm:pt modelId="{9CB61170-2D5B-437B-945B-32865BB9F5D8}" type="pres">
      <dgm:prSet presAssocID="{40B9CD7B-9819-424F-9BEF-7A93D4E8BD72}" presName="compNode" presStyleCnt="0"/>
      <dgm:spPr/>
    </dgm:pt>
    <dgm:pt modelId="{0D76A948-A162-45B0-B82B-9C3690F626EC}" type="pres">
      <dgm:prSet presAssocID="{40B9CD7B-9819-424F-9BEF-7A93D4E8BD72}" presName="iconBgRect" presStyleLbl="bgShp" presStyleIdx="3" presStyleCnt="4"/>
      <dgm:spPr/>
    </dgm:pt>
    <dgm:pt modelId="{378A85AB-7A19-483E-ADC4-64918CA87DBC}" type="pres">
      <dgm:prSet presAssocID="{40B9CD7B-9819-424F-9BEF-7A93D4E8BD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F0FF0959-33B9-4738-A17D-9BA14BD35766}" type="pres">
      <dgm:prSet presAssocID="{40B9CD7B-9819-424F-9BEF-7A93D4E8BD72}" presName="spaceRect" presStyleCnt="0"/>
      <dgm:spPr/>
    </dgm:pt>
    <dgm:pt modelId="{89D6C900-67C7-4EDC-A4A9-8EB3B3243FE6}" type="pres">
      <dgm:prSet presAssocID="{40B9CD7B-9819-424F-9BEF-7A93D4E8BD7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BE38B02-D26F-4E47-A980-6A18F61F116F}" type="presOf" srcId="{B54C9359-9514-4B86-9747-A8F710A48357}" destId="{DA1D9205-6226-47A0-A4FD-36E5DACA95CA}" srcOrd="0" destOrd="0" presId="urn:microsoft.com/office/officeart/2018/5/layout/IconCircleLabelList"/>
    <dgm:cxn modelId="{D9E81219-58E8-449E-A961-ACBC18074DF9}" srcId="{5FB64ACD-6665-44A8-9CCD-9CFA47DACA80}" destId="{B54C9359-9514-4B86-9747-A8F710A48357}" srcOrd="1" destOrd="0" parTransId="{50B323F3-98A1-4BEF-8B24-33932085D1C8}" sibTransId="{AC1BE0C2-8A97-4C69-BEFC-2517641F49BA}"/>
    <dgm:cxn modelId="{A1B63F80-9D46-46A7-9560-4AC48B4780CD}" type="presOf" srcId="{40B9CD7B-9819-424F-9BEF-7A93D4E8BD72}" destId="{89D6C900-67C7-4EDC-A4A9-8EB3B3243FE6}" srcOrd="0" destOrd="0" presId="urn:microsoft.com/office/officeart/2018/5/layout/IconCircleLabelList"/>
    <dgm:cxn modelId="{6953439B-FE4D-4D85-833E-D8B45D42E3B9}" type="presOf" srcId="{5FB64ACD-6665-44A8-9CCD-9CFA47DACA80}" destId="{A2DABCDD-C582-4FF5-A8F4-BFEC0A69AA47}" srcOrd="0" destOrd="0" presId="urn:microsoft.com/office/officeart/2018/5/layout/IconCircleLabelList"/>
    <dgm:cxn modelId="{619824C5-6AAC-4B8E-8077-C4D3E0D6FFC9}" type="presOf" srcId="{BC40C166-6B19-488D-B8ED-12DA6CBC3664}" destId="{7DC20483-7257-4610-AF38-BE58D1649697}" srcOrd="0" destOrd="0" presId="urn:microsoft.com/office/officeart/2018/5/layout/IconCircleLabelList"/>
    <dgm:cxn modelId="{05120DCC-0C3B-484D-ACAD-F759B19E0802}" srcId="{5FB64ACD-6665-44A8-9CCD-9CFA47DACA80}" destId="{40B9CD7B-9819-424F-9BEF-7A93D4E8BD72}" srcOrd="3" destOrd="0" parTransId="{D78A4D83-111A-4E1A-AD02-4F54596BA031}" sibTransId="{3B73865A-9721-400B-A614-9A74A47A5DFD}"/>
    <dgm:cxn modelId="{1FAD6BCE-6511-4533-811C-B3FA1C712DC7}" srcId="{5FB64ACD-6665-44A8-9CCD-9CFA47DACA80}" destId="{BC40C166-6B19-488D-B8ED-12DA6CBC3664}" srcOrd="2" destOrd="0" parTransId="{0EF73812-832B-454B-AABC-3A1F2ABF6D0E}" sibTransId="{30932DA5-DC98-49D8-AF83-9E9B57636DD1}"/>
    <dgm:cxn modelId="{BA45EDDF-0FCE-4E85-837D-F02DCCDEEAA2}" srcId="{5FB64ACD-6665-44A8-9CCD-9CFA47DACA80}" destId="{E8AFC577-C565-42BE-B28D-819450746AB9}" srcOrd="0" destOrd="0" parTransId="{7E4C178C-CCC7-43FE-ACB4-D5419953D65E}" sibTransId="{1DB378A2-2C18-41A4-8764-6FB052B7EC5C}"/>
    <dgm:cxn modelId="{473C85F4-98B3-4937-8023-72100A290B94}" type="presOf" srcId="{E8AFC577-C565-42BE-B28D-819450746AB9}" destId="{3A81205B-AF3F-46E2-B28B-692ED5D03DBC}" srcOrd="0" destOrd="0" presId="urn:microsoft.com/office/officeart/2018/5/layout/IconCircleLabelList"/>
    <dgm:cxn modelId="{A83516CD-2830-4B66-A0BE-6BCC5636BD73}" type="presParOf" srcId="{A2DABCDD-C582-4FF5-A8F4-BFEC0A69AA47}" destId="{1F49F791-42C3-4FCE-8EF0-4981C4921F91}" srcOrd="0" destOrd="0" presId="urn:microsoft.com/office/officeart/2018/5/layout/IconCircleLabelList"/>
    <dgm:cxn modelId="{B4C703CC-71D8-4115-A346-D58F64DB6151}" type="presParOf" srcId="{1F49F791-42C3-4FCE-8EF0-4981C4921F91}" destId="{E23020F4-D311-4CF6-8841-C32001E18D4F}" srcOrd="0" destOrd="0" presId="urn:microsoft.com/office/officeart/2018/5/layout/IconCircleLabelList"/>
    <dgm:cxn modelId="{2DF5F063-ED06-4DD1-B058-8901A202CF7A}" type="presParOf" srcId="{1F49F791-42C3-4FCE-8EF0-4981C4921F91}" destId="{B8CF1CDB-79D4-4088-A9FD-1EC129056FD6}" srcOrd="1" destOrd="0" presId="urn:microsoft.com/office/officeart/2018/5/layout/IconCircleLabelList"/>
    <dgm:cxn modelId="{850F8B29-A178-403B-BD43-B85B78C7ABD3}" type="presParOf" srcId="{1F49F791-42C3-4FCE-8EF0-4981C4921F91}" destId="{126562F5-3967-436B-8037-2DC0C1E86CFC}" srcOrd="2" destOrd="0" presId="urn:microsoft.com/office/officeart/2018/5/layout/IconCircleLabelList"/>
    <dgm:cxn modelId="{58575095-E527-4207-BA69-1FB71AD49FEB}" type="presParOf" srcId="{1F49F791-42C3-4FCE-8EF0-4981C4921F91}" destId="{3A81205B-AF3F-46E2-B28B-692ED5D03DBC}" srcOrd="3" destOrd="0" presId="urn:microsoft.com/office/officeart/2018/5/layout/IconCircleLabelList"/>
    <dgm:cxn modelId="{ECFE2674-37BE-4797-86F0-40309C70D9F5}" type="presParOf" srcId="{A2DABCDD-C582-4FF5-A8F4-BFEC0A69AA47}" destId="{5946FE03-9B7B-4F7E-8788-C2252E559E1B}" srcOrd="1" destOrd="0" presId="urn:microsoft.com/office/officeart/2018/5/layout/IconCircleLabelList"/>
    <dgm:cxn modelId="{C61F6513-700B-4107-938E-91905CC1040D}" type="presParOf" srcId="{A2DABCDD-C582-4FF5-A8F4-BFEC0A69AA47}" destId="{E6B3995C-213B-4E90-8EA1-E2E9A8FB350D}" srcOrd="2" destOrd="0" presId="urn:microsoft.com/office/officeart/2018/5/layout/IconCircleLabelList"/>
    <dgm:cxn modelId="{3369BD62-7B80-488D-BAAF-7AE0070DA2DD}" type="presParOf" srcId="{E6B3995C-213B-4E90-8EA1-E2E9A8FB350D}" destId="{430CE489-E472-4024-825B-2BD1294E411A}" srcOrd="0" destOrd="0" presId="urn:microsoft.com/office/officeart/2018/5/layout/IconCircleLabelList"/>
    <dgm:cxn modelId="{44D6F547-57D2-41B8-B6C1-7E2232E7E304}" type="presParOf" srcId="{E6B3995C-213B-4E90-8EA1-E2E9A8FB350D}" destId="{3979D22E-A953-420D-9C42-C8AF1802E234}" srcOrd="1" destOrd="0" presId="urn:microsoft.com/office/officeart/2018/5/layout/IconCircleLabelList"/>
    <dgm:cxn modelId="{746633CC-FD8D-471B-8CC4-D6609F1443AE}" type="presParOf" srcId="{E6B3995C-213B-4E90-8EA1-E2E9A8FB350D}" destId="{337FF2FA-B6C2-4028-A810-347B002788C8}" srcOrd="2" destOrd="0" presId="urn:microsoft.com/office/officeart/2018/5/layout/IconCircleLabelList"/>
    <dgm:cxn modelId="{D7ED7F7F-56BF-44B8-8A49-37EF1E92899A}" type="presParOf" srcId="{E6B3995C-213B-4E90-8EA1-E2E9A8FB350D}" destId="{DA1D9205-6226-47A0-A4FD-36E5DACA95CA}" srcOrd="3" destOrd="0" presId="urn:microsoft.com/office/officeart/2018/5/layout/IconCircleLabelList"/>
    <dgm:cxn modelId="{48955500-BDD3-41C8-842C-477D02B9B502}" type="presParOf" srcId="{A2DABCDD-C582-4FF5-A8F4-BFEC0A69AA47}" destId="{5A41FF9D-18A0-4F4E-9D3B-AB34C2EA9275}" srcOrd="3" destOrd="0" presId="urn:microsoft.com/office/officeart/2018/5/layout/IconCircleLabelList"/>
    <dgm:cxn modelId="{9F8EBE9E-7064-44E3-B0B6-EF6EB3650D61}" type="presParOf" srcId="{A2DABCDD-C582-4FF5-A8F4-BFEC0A69AA47}" destId="{F504B9AA-471E-4CA9-9D4F-A4A6AED80A72}" srcOrd="4" destOrd="0" presId="urn:microsoft.com/office/officeart/2018/5/layout/IconCircleLabelList"/>
    <dgm:cxn modelId="{91DF5783-1173-40AD-908B-91415018731D}" type="presParOf" srcId="{F504B9AA-471E-4CA9-9D4F-A4A6AED80A72}" destId="{F2F73410-3569-4FDC-9BDB-E19EA245EC2E}" srcOrd="0" destOrd="0" presId="urn:microsoft.com/office/officeart/2018/5/layout/IconCircleLabelList"/>
    <dgm:cxn modelId="{0D011AB5-E242-4CB5-A5E1-A263B62CC05D}" type="presParOf" srcId="{F504B9AA-471E-4CA9-9D4F-A4A6AED80A72}" destId="{4FF546CD-59B3-40BA-8ED6-692482D1BB36}" srcOrd="1" destOrd="0" presId="urn:microsoft.com/office/officeart/2018/5/layout/IconCircleLabelList"/>
    <dgm:cxn modelId="{E04E8090-03F6-46AF-BE0A-19459EBF26EC}" type="presParOf" srcId="{F504B9AA-471E-4CA9-9D4F-A4A6AED80A72}" destId="{59EB7905-0584-46F6-A2AF-80E58E845BC1}" srcOrd="2" destOrd="0" presId="urn:microsoft.com/office/officeart/2018/5/layout/IconCircleLabelList"/>
    <dgm:cxn modelId="{8DC0DD2B-A13B-4617-B44B-74AF30568BA1}" type="presParOf" srcId="{F504B9AA-471E-4CA9-9D4F-A4A6AED80A72}" destId="{7DC20483-7257-4610-AF38-BE58D1649697}" srcOrd="3" destOrd="0" presId="urn:microsoft.com/office/officeart/2018/5/layout/IconCircleLabelList"/>
    <dgm:cxn modelId="{D850B78E-1334-4C7F-BEC9-7F58CD0CB16F}" type="presParOf" srcId="{A2DABCDD-C582-4FF5-A8F4-BFEC0A69AA47}" destId="{03CEF6BD-C765-4DF4-AE0B-FB7B4F81FA6E}" srcOrd="5" destOrd="0" presId="urn:microsoft.com/office/officeart/2018/5/layout/IconCircleLabelList"/>
    <dgm:cxn modelId="{BF857E61-15A7-4595-A9B1-D183FFEE7E86}" type="presParOf" srcId="{A2DABCDD-C582-4FF5-A8F4-BFEC0A69AA47}" destId="{9CB61170-2D5B-437B-945B-32865BB9F5D8}" srcOrd="6" destOrd="0" presId="urn:microsoft.com/office/officeart/2018/5/layout/IconCircleLabelList"/>
    <dgm:cxn modelId="{F28295C8-0FAE-4805-B9FB-71627EFA9F9C}" type="presParOf" srcId="{9CB61170-2D5B-437B-945B-32865BB9F5D8}" destId="{0D76A948-A162-45B0-B82B-9C3690F626EC}" srcOrd="0" destOrd="0" presId="urn:microsoft.com/office/officeart/2018/5/layout/IconCircleLabelList"/>
    <dgm:cxn modelId="{B657BAFA-095F-4195-9720-8B658F964684}" type="presParOf" srcId="{9CB61170-2D5B-437B-945B-32865BB9F5D8}" destId="{378A85AB-7A19-483E-ADC4-64918CA87DBC}" srcOrd="1" destOrd="0" presId="urn:microsoft.com/office/officeart/2018/5/layout/IconCircleLabelList"/>
    <dgm:cxn modelId="{E4DEA039-5894-4FCD-BE01-712B1A74CC7A}" type="presParOf" srcId="{9CB61170-2D5B-437B-945B-32865BB9F5D8}" destId="{F0FF0959-33B9-4738-A17D-9BA14BD35766}" srcOrd="2" destOrd="0" presId="urn:microsoft.com/office/officeart/2018/5/layout/IconCircleLabelList"/>
    <dgm:cxn modelId="{6A8606A9-E16A-4A33-9140-55054450BF84}" type="presParOf" srcId="{9CB61170-2D5B-437B-945B-32865BB9F5D8}" destId="{89D6C900-67C7-4EDC-A4A9-8EB3B3243FE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E496FD-C2B0-48BE-83C4-E7DC732659D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3B40721-4332-44E7-9ECB-E3EE582C4784}">
      <dgm:prSet/>
      <dgm:spPr/>
      <dgm:t>
        <a:bodyPr/>
        <a:lstStyle/>
        <a:p>
          <a:r>
            <a:rPr lang="en-US"/>
            <a:t>Tool: Azure OpenAI + Azure Speech</a:t>
          </a:r>
        </a:p>
      </dgm:t>
    </dgm:pt>
    <dgm:pt modelId="{31A249CE-F314-4E74-B937-5A0BD5703550}" type="parTrans" cxnId="{FCDCF019-96F6-4441-B456-B85D995CEEE8}">
      <dgm:prSet/>
      <dgm:spPr/>
      <dgm:t>
        <a:bodyPr/>
        <a:lstStyle/>
        <a:p>
          <a:endParaRPr lang="en-US"/>
        </a:p>
      </dgm:t>
    </dgm:pt>
    <dgm:pt modelId="{D8C507F9-D39B-4176-A8FE-CCFCEE4F4626}" type="sibTrans" cxnId="{FCDCF019-96F6-4441-B456-B85D995CEEE8}">
      <dgm:prSet/>
      <dgm:spPr/>
      <dgm:t>
        <a:bodyPr/>
        <a:lstStyle/>
        <a:p>
          <a:endParaRPr lang="en-US"/>
        </a:p>
      </dgm:t>
    </dgm:pt>
    <dgm:pt modelId="{50F75A80-DA69-409A-8F64-F30EF3C81FB8}">
      <dgm:prSet/>
      <dgm:spPr/>
      <dgm:t>
        <a:bodyPr/>
        <a:lstStyle/>
        <a:p>
          <a:r>
            <a:rPr lang="en-US"/>
            <a:t>Prompt example: 'Summarize key issues and resolutions in 3 lines.'</a:t>
          </a:r>
        </a:p>
      </dgm:t>
    </dgm:pt>
    <dgm:pt modelId="{E2A1897F-A816-4A22-816D-2F098B264A56}" type="parTrans" cxnId="{847DB68E-F653-4FAF-B897-2D3132B352A8}">
      <dgm:prSet/>
      <dgm:spPr/>
      <dgm:t>
        <a:bodyPr/>
        <a:lstStyle/>
        <a:p>
          <a:endParaRPr lang="en-US"/>
        </a:p>
      </dgm:t>
    </dgm:pt>
    <dgm:pt modelId="{6C6A74F2-5BAC-4298-B8E9-E94E9CA7315F}" type="sibTrans" cxnId="{847DB68E-F653-4FAF-B897-2D3132B352A8}">
      <dgm:prSet/>
      <dgm:spPr/>
      <dgm:t>
        <a:bodyPr/>
        <a:lstStyle/>
        <a:p>
          <a:endParaRPr lang="en-US"/>
        </a:p>
      </dgm:t>
    </dgm:pt>
    <dgm:pt modelId="{EB52D9E7-DCDA-4685-857F-BF97B511E933}">
      <dgm:prSet/>
      <dgm:spPr/>
      <dgm:t>
        <a:bodyPr/>
        <a:lstStyle/>
        <a:p>
          <a:r>
            <a:rPr lang="en-US"/>
            <a:t>Example output: 'Customer reported billing correction; issue resolved with credit.'</a:t>
          </a:r>
        </a:p>
      </dgm:t>
    </dgm:pt>
    <dgm:pt modelId="{94BDE2A0-F7E7-4C97-8A0D-E044CCA7CA6F}" type="parTrans" cxnId="{DD3BBBEC-83C6-4F30-A6A5-04FDFC9EFF54}">
      <dgm:prSet/>
      <dgm:spPr/>
      <dgm:t>
        <a:bodyPr/>
        <a:lstStyle/>
        <a:p>
          <a:endParaRPr lang="en-US"/>
        </a:p>
      </dgm:t>
    </dgm:pt>
    <dgm:pt modelId="{FA06C5B7-9A40-4921-B326-E524BCCCA13B}" type="sibTrans" cxnId="{DD3BBBEC-83C6-4F30-A6A5-04FDFC9EFF54}">
      <dgm:prSet/>
      <dgm:spPr/>
      <dgm:t>
        <a:bodyPr/>
        <a:lstStyle/>
        <a:p>
          <a:endParaRPr lang="en-US"/>
        </a:p>
      </dgm:t>
    </dgm:pt>
    <dgm:pt modelId="{DC927ED5-15AE-4BBD-BF86-0B71C1B4B825}">
      <dgm:prSet/>
      <dgm:spPr/>
      <dgm:t>
        <a:bodyPr/>
        <a:lstStyle/>
        <a:p>
          <a:r>
            <a:rPr lang="en-US"/>
            <a:t>[Diagram Placeholder – Summarization Workflow]</a:t>
          </a:r>
        </a:p>
      </dgm:t>
    </dgm:pt>
    <dgm:pt modelId="{5EF08A75-E5EF-4B41-835D-7000113A6F42}" type="parTrans" cxnId="{63B8E2F5-28C7-4222-9EE9-24C96B158EBE}">
      <dgm:prSet/>
      <dgm:spPr/>
      <dgm:t>
        <a:bodyPr/>
        <a:lstStyle/>
        <a:p>
          <a:endParaRPr lang="en-US"/>
        </a:p>
      </dgm:t>
    </dgm:pt>
    <dgm:pt modelId="{BCB09843-728B-4241-8512-2890E030C363}" type="sibTrans" cxnId="{63B8E2F5-28C7-4222-9EE9-24C96B158EBE}">
      <dgm:prSet/>
      <dgm:spPr/>
      <dgm:t>
        <a:bodyPr/>
        <a:lstStyle/>
        <a:p>
          <a:endParaRPr lang="en-US"/>
        </a:p>
      </dgm:t>
    </dgm:pt>
    <dgm:pt modelId="{613FA70C-3516-4ADC-8089-471E5208D2DF}" type="pres">
      <dgm:prSet presAssocID="{1AE496FD-C2B0-48BE-83C4-E7DC732659D1}" presName="root" presStyleCnt="0">
        <dgm:presLayoutVars>
          <dgm:dir/>
          <dgm:resizeHandles val="exact"/>
        </dgm:presLayoutVars>
      </dgm:prSet>
      <dgm:spPr/>
    </dgm:pt>
    <dgm:pt modelId="{2646E623-3638-4C60-AB86-B974B30AC60F}" type="pres">
      <dgm:prSet presAssocID="{1AE496FD-C2B0-48BE-83C4-E7DC732659D1}" presName="container" presStyleCnt="0">
        <dgm:presLayoutVars>
          <dgm:dir/>
          <dgm:resizeHandles val="exact"/>
        </dgm:presLayoutVars>
      </dgm:prSet>
      <dgm:spPr/>
    </dgm:pt>
    <dgm:pt modelId="{C0CBEA1B-B715-443F-8849-8A01E5905CAD}" type="pres">
      <dgm:prSet presAssocID="{33B40721-4332-44E7-9ECB-E3EE582C4784}" presName="compNode" presStyleCnt="0"/>
      <dgm:spPr/>
    </dgm:pt>
    <dgm:pt modelId="{A3D7154B-97DB-4F67-BC1A-9E9FEC973290}" type="pres">
      <dgm:prSet presAssocID="{33B40721-4332-44E7-9ECB-E3EE582C4784}" presName="iconBgRect" presStyleLbl="bgShp" presStyleIdx="0" presStyleCnt="4"/>
      <dgm:spPr/>
    </dgm:pt>
    <dgm:pt modelId="{A956FB41-60BE-4507-96F5-1337C0800F89}" type="pres">
      <dgm:prSet presAssocID="{33B40721-4332-44E7-9ECB-E3EE582C478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15232BF-6585-4393-B674-A062045E7FD4}" type="pres">
      <dgm:prSet presAssocID="{33B40721-4332-44E7-9ECB-E3EE582C4784}" presName="spaceRect" presStyleCnt="0"/>
      <dgm:spPr/>
    </dgm:pt>
    <dgm:pt modelId="{C1699865-755C-4862-A66C-18142E5DCFE0}" type="pres">
      <dgm:prSet presAssocID="{33B40721-4332-44E7-9ECB-E3EE582C4784}" presName="textRect" presStyleLbl="revTx" presStyleIdx="0" presStyleCnt="4">
        <dgm:presLayoutVars>
          <dgm:chMax val="1"/>
          <dgm:chPref val="1"/>
        </dgm:presLayoutVars>
      </dgm:prSet>
      <dgm:spPr/>
    </dgm:pt>
    <dgm:pt modelId="{75C07DB5-E3B8-4BB9-9E7E-EE6BAB642114}" type="pres">
      <dgm:prSet presAssocID="{D8C507F9-D39B-4176-A8FE-CCFCEE4F4626}" presName="sibTrans" presStyleLbl="sibTrans2D1" presStyleIdx="0" presStyleCnt="0"/>
      <dgm:spPr/>
    </dgm:pt>
    <dgm:pt modelId="{B84D698A-12AC-49BB-87BB-AFFC59514C2C}" type="pres">
      <dgm:prSet presAssocID="{50F75A80-DA69-409A-8F64-F30EF3C81FB8}" presName="compNode" presStyleCnt="0"/>
      <dgm:spPr/>
    </dgm:pt>
    <dgm:pt modelId="{B1D8DD70-609E-4038-81F0-1F278BE8B626}" type="pres">
      <dgm:prSet presAssocID="{50F75A80-DA69-409A-8F64-F30EF3C81FB8}" presName="iconBgRect" presStyleLbl="bgShp" presStyleIdx="1" presStyleCnt="4"/>
      <dgm:spPr/>
    </dgm:pt>
    <dgm:pt modelId="{6136EBBE-E81C-4B66-A0F6-3EA82EB3AF91}" type="pres">
      <dgm:prSet presAssocID="{50F75A80-DA69-409A-8F64-F30EF3C81F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F3695CF-BDA1-439E-A00E-0A0C91D5ECD4}" type="pres">
      <dgm:prSet presAssocID="{50F75A80-DA69-409A-8F64-F30EF3C81FB8}" presName="spaceRect" presStyleCnt="0"/>
      <dgm:spPr/>
    </dgm:pt>
    <dgm:pt modelId="{9478ED5A-5F20-4DA2-936F-793C9ED79DDE}" type="pres">
      <dgm:prSet presAssocID="{50F75A80-DA69-409A-8F64-F30EF3C81FB8}" presName="textRect" presStyleLbl="revTx" presStyleIdx="1" presStyleCnt="4">
        <dgm:presLayoutVars>
          <dgm:chMax val="1"/>
          <dgm:chPref val="1"/>
        </dgm:presLayoutVars>
      </dgm:prSet>
      <dgm:spPr/>
    </dgm:pt>
    <dgm:pt modelId="{9523BBC3-2D81-44B6-BC7B-AF4A4E020F6C}" type="pres">
      <dgm:prSet presAssocID="{6C6A74F2-5BAC-4298-B8E9-E94E9CA7315F}" presName="sibTrans" presStyleLbl="sibTrans2D1" presStyleIdx="0" presStyleCnt="0"/>
      <dgm:spPr/>
    </dgm:pt>
    <dgm:pt modelId="{8EBFC556-A079-4360-B956-76A2910E9D4A}" type="pres">
      <dgm:prSet presAssocID="{EB52D9E7-DCDA-4685-857F-BF97B511E933}" presName="compNode" presStyleCnt="0"/>
      <dgm:spPr/>
    </dgm:pt>
    <dgm:pt modelId="{49BF7C9E-71BD-4E75-8F2F-8AEA4AB8791C}" type="pres">
      <dgm:prSet presAssocID="{EB52D9E7-DCDA-4685-857F-BF97B511E933}" presName="iconBgRect" presStyleLbl="bgShp" presStyleIdx="2" presStyleCnt="4"/>
      <dgm:spPr/>
    </dgm:pt>
    <dgm:pt modelId="{98340F31-2006-423F-8585-5596BCDA81C5}" type="pres">
      <dgm:prSet presAssocID="{EB52D9E7-DCDA-4685-857F-BF97B511E9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mmable"/>
        </a:ext>
      </dgm:extLst>
    </dgm:pt>
    <dgm:pt modelId="{527E1F57-5DFF-4DF7-8126-065D6A765BAB}" type="pres">
      <dgm:prSet presAssocID="{EB52D9E7-DCDA-4685-857F-BF97B511E933}" presName="spaceRect" presStyleCnt="0"/>
      <dgm:spPr/>
    </dgm:pt>
    <dgm:pt modelId="{674231BF-B68B-40E7-9629-B819997F9589}" type="pres">
      <dgm:prSet presAssocID="{EB52D9E7-DCDA-4685-857F-BF97B511E933}" presName="textRect" presStyleLbl="revTx" presStyleIdx="2" presStyleCnt="4">
        <dgm:presLayoutVars>
          <dgm:chMax val="1"/>
          <dgm:chPref val="1"/>
        </dgm:presLayoutVars>
      </dgm:prSet>
      <dgm:spPr/>
    </dgm:pt>
    <dgm:pt modelId="{615606E6-4B16-4E34-A427-FEA6E0849DD6}" type="pres">
      <dgm:prSet presAssocID="{FA06C5B7-9A40-4921-B326-E524BCCCA13B}" presName="sibTrans" presStyleLbl="sibTrans2D1" presStyleIdx="0" presStyleCnt="0"/>
      <dgm:spPr/>
    </dgm:pt>
    <dgm:pt modelId="{202A0F28-DF64-4764-8706-5356D07C3BE8}" type="pres">
      <dgm:prSet presAssocID="{DC927ED5-15AE-4BBD-BF86-0B71C1B4B825}" presName="compNode" presStyleCnt="0"/>
      <dgm:spPr/>
    </dgm:pt>
    <dgm:pt modelId="{AC8D3955-EC97-4153-BA7D-678D1239AF2C}" type="pres">
      <dgm:prSet presAssocID="{DC927ED5-15AE-4BBD-BF86-0B71C1B4B825}" presName="iconBgRect" presStyleLbl="bgShp" presStyleIdx="3" presStyleCnt="4"/>
      <dgm:spPr/>
    </dgm:pt>
    <dgm:pt modelId="{C68D1CDF-54EB-4123-8724-5B0ED42623BA}" type="pres">
      <dgm:prSet presAssocID="{DC927ED5-15AE-4BBD-BF86-0B71C1B4B8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5BFC016-B12E-4BB8-8D71-AF831504EFAB}" type="pres">
      <dgm:prSet presAssocID="{DC927ED5-15AE-4BBD-BF86-0B71C1B4B825}" presName="spaceRect" presStyleCnt="0"/>
      <dgm:spPr/>
    </dgm:pt>
    <dgm:pt modelId="{50CE1F8F-E687-4741-B040-2CEE03475AB7}" type="pres">
      <dgm:prSet presAssocID="{DC927ED5-15AE-4BBD-BF86-0B71C1B4B82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CDCF019-96F6-4441-B456-B85D995CEEE8}" srcId="{1AE496FD-C2B0-48BE-83C4-E7DC732659D1}" destId="{33B40721-4332-44E7-9ECB-E3EE582C4784}" srcOrd="0" destOrd="0" parTransId="{31A249CE-F314-4E74-B937-5A0BD5703550}" sibTransId="{D8C507F9-D39B-4176-A8FE-CCFCEE4F4626}"/>
    <dgm:cxn modelId="{B3ED2936-4736-469D-BF32-02BF08E2FEC9}" type="presOf" srcId="{1AE496FD-C2B0-48BE-83C4-E7DC732659D1}" destId="{613FA70C-3516-4ADC-8089-471E5208D2DF}" srcOrd="0" destOrd="0" presId="urn:microsoft.com/office/officeart/2018/2/layout/IconCircleList"/>
    <dgm:cxn modelId="{C2C8EA37-F145-4731-8C5E-6323DB22A438}" type="presOf" srcId="{6C6A74F2-5BAC-4298-B8E9-E94E9CA7315F}" destId="{9523BBC3-2D81-44B6-BC7B-AF4A4E020F6C}" srcOrd="0" destOrd="0" presId="urn:microsoft.com/office/officeart/2018/2/layout/IconCircleList"/>
    <dgm:cxn modelId="{FACD9146-3A28-49C6-9AF9-7E75A4DAB162}" type="presOf" srcId="{D8C507F9-D39B-4176-A8FE-CCFCEE4F4626}" destId="{75C07DB5-E3B8-4BB9-9E7E-EE6BAB642114}" srcOrd="0" destOrd="0" presId="urn:microsoft.com/office/officeart/2018/2/layout/IconCircleList"/>
    <dgm:cxn modelId="{7044384A-41C9-4090-9AF0-D29ECB3CE7D9}" type="presOf" srcId="{DC927ED5-15AE-4BBD-BF86-0B71C1B4B825}" destId="{50CE1F8F-E687-4741-B040-2CEE03475AB7}" srcOrd="0" destOrd="0" presId="urn:microsoft.com/office/officeart/2018/2/layout/IconCircleList"/>
    <dgm:cxn modelId="{847DB68E-F653-4FAF-B897-2D3132B352A8}" srcId="{1AE496FD-C2B0-48BE-83C4-E7DC732659D1}" destId="{50F75A80-DA69-409A-8F64-F30EF3C81FB8}" srcOrd="1" destOrd="0" parTransId="{E2A1897F-A816-4A22-816D-2F098B264A56}" sibTransId="{6C6A74F2-5BAC-4298-B8E9-E94E9CA7315F}"/>
    <dgm:cxn modelId="{14831491-53E3-4EE8-9BDA-1BE78CCC7646}" type="presOf" srcId="{FA06C5B7-9A40-4921-B326-E524BCCCA13B}" destId="{615606E6-4B16-4E34-A427-FEA6E0849DD6}" srcOrd="0" destOrd="0" presId="urn:microsoft.com/office/officeart/2018/2/layout/IconCircleList"/>
    <dgm:cxn modelId="{4C2FF897-A474-4E30-A418-D88773FED077}" type="presOf" srcId="{33B40721-4332-44E7-9ECB-E3EE582C4784}" destId="{C1699865-755C-4862-A66C-18142E5DCFE0}" srcOrd="0" destOrd="0" presId="urn:microsoft.com/office/officeart/2018/2/layout/IconCircleList"/>
    <dgm:cxn modelId="{DDD3BBA4-D420-40DA-BF1D-CD95385905F3}" type="presOf" srcId="{EB52D9E7-DCDA-4685-857F-BF97B511E933}" destId="{674231BF-B68B-40E7-9629-B819997F9589}" srcOrd="0" destOrd="0" presId="urn:microsoft.com/office/officeart/2018/2/layout/IconCircleList"/>
    <dgm:cxn modelId="{FADCCED1-E16A-4F91-9269-02597198D661}" type="presOf" srcId="{50F75A80-DA69-409A-8F64-F30EF3C81FB8}" destId="{9478ED5A-5F20-4DA2-936F-793C9ED79DDE}" srcOrd="0" destOrd="0" presId="urn:microsoft.com/office/officeart/2018/2/layout/IconCircleList"/>
    <dgm:cxn modelId="{DD3BBBEC-83C6-4F30-A6A5-04FDFC9EFF54}" srcId="{1AE496FD-C2B0-48BE-83C4-E7DC732659D1}" destId="{EB52D9E7-DCDA-4685-857F-BF97B511E933}" srcOrd="2" destOrd="0" parTransId="{94BDE2A0-F7E7-4C97-8A0D-E044CCA7CA6F}" sibTransId="{FA06C5B7-9A40-4921-B326-E524BCCCA13B}"/>
    <dgm:cxn modelId="{63B8E2F5-28C7-4222-9EE9-24C96B158EBE}" srcId="{1AE496FD-C2B0-48BE-83C4-E7DC732659D1}" destId="{DC927ED5-15AE-4BBD-BF86-0B71C1B4B825}" srcOrd="3" destOrd="0" parTransId="{5EF08A75-E5EF-4B41-835D-7000113A6F42}" sibTransId="{BCB09843-728B-4241-8512-2890E030C363}"/>
    <dgm:cxn modelId="{47CCF3B7-1122-44CB-8809-115C44253217}" type="presParOf" srcId="{613FA70C-3516-4ADC-8089-471E5208D2DF}" destId="{2646E623-3638-4C60-AB86-B974B30AC60F}" srcOrd="0" destOrd="0" presId="urn:microsoft.com/office/officeart/2018/2/layout/IconCircleList"/>
    <dgm:cxn modelId="{4B7517F7-8DBA-4DC3-B7D1-9D2FC76CB37E}" type="presParOf" srcId="{2646E623-3638-4C60-AB86-B974B30AC60F}" destId="{C0CBEA1B-B715-443F-8849-8A01E5905CAD}" srcOrd="0" destOrd="0" presId="urn:microsoft.com/office/officeart/2018/2/layout/IconCircleList"/>
    <dgm:cxn modelId="{447E251B-34E3-4E63-98F6-B24B96248711}" type="presParOf" srcId="{C0CBEA1B-B715-443F-8849-8A01E5905CAD}" destId="{A3D7154B-97DB-4F67-BC1A-9E9FEC973290}" srcOrd="0" destOrd="0" presId="urn:microsoft.com/office/officeart/2018/2/layout/IconCircleList"/>
    <dgm:cxn modelId="{EA2E407C-5221-4C2F-8E59-812A040B70B4}" type="presParOf" srcId="{C0CBEA1B-B715-443F-8849-8A01E5905CAD}" destId="{A956FB41-60BE-4507-96F5-1337C0800F89}" srcOrd="1" destOrd="0" presId="urn:microsoft.com/office/officeart/2018/2/layout/IconCircleList"/>
    <dgm:cxn modelId="{735695E5-1DBC-4DD9-8972-2017E2D8E2E3}" type="presParOf" srcId="{C0CBEA1B-B715-443F-8849-8A01E5905CAD}" destId="{015232BF-6585-4393-B674-A062045E7FD4}" srcOrd="2" destOrd="0" presId="urn:microsoft.com/office/officeart/2018/2/layout/IconCircleList"/>
    <dgm:cxn modelId="{44D9B1E8-D805-4837-B8F3-F479EE1F75A2}" type="presParOf" srcId="{C0CBEA1B-B715-443F-8849-8A01E5905CAD}" destId="{C1699865-755C-4862-A66C-18142E5DCFE0}" srcOrd="3" destOrd="0" presId="urn:microsoft.com/office/officeart/2018/2/layout/IconCircleList"/>
    <dgm:cxn modelId="{85086375-F4FA-4205-8F0E-2EC808E60031}" type="presParOf" srcId="{2646E623-3638-4C60-AB86-B974B30AC60F}" destId="{75C07DB5-E3B8-4BB9-9E7E-EE6BAB642114}" srcOrd="1" destOrd="0" presId="urn:microsoft.com/office/officeart/2018/2/layout/IconCircleList"/>
    <dgm:cxn modelId="{53498BBB-6299-4945-8C33-E0A4053F13D2}" type="presParOf" srcId="{2646E623-3638-4C60-AB86-B974B30AC60F}" destId="{B84D698A-12AC-49BB-87BB-AFFC59514C2C}" srcOrd="2" destOrd="0" presId="urn:microsoft.com/office/officeart/2018/2/layout/IconCircleList"/>
    <dgm:cxn modelId="{5C8AE6BF-864F-4B52-9B67-8D1F2FF1C06A}" type="presParOf" srcId="{B84D698A-12AC-49BB-87BB-AFFC59514C2C}" destId="{B1D8DD70-609E-4038-81F0-1F278BE8B626}" srcOrd="0" destOrd="0" presId="urn:microsoft.com/office/officeart/2018/2/layout/IconCircleList"/>
    <dgm:cxn modelId="{21E312DF-1988-404E-A1A1-DBF2DA38EBE5}" type="presParOf" srcId="{B84D698A-12AC-49BB-87BB-AFFC59514C2C}" destId="{6136EBBE-E81C-4B66-A0F6-3EA82EB3AF91}" srcOrd="1" destOrd="0" presId="urn:microsoft.com/office/officeart/2018/2/layout/IconCircleList"/>
    <dgm:cxn modelId="{3C46A6BE-A061-4885-AC74-E284A93F1E5E}" type="presParOf" srcId="{B84D698A-12AC-49BB-87BB-AFFC59514C2C}" destId="{5F3695CF-BDA1-439E-A00E-0A0C91D5ECD4}" srcOrd="2" destOrd="0" presId="urn:microsoft.com/office/officeart/2018/2/layout/IconCircleList"/>
    <dgm:cxn modelId="{2D298805-D6D1-44B5-8F5A-4F2D9A53AD5D}" type="presParOf" srcId="{B84D698A-12AC-49BB-87BB-AFFC59514C2C}" destId="{9478ED5A-5F20-4DA2-936F-793C9ED79DDE}" srcOrd="3" destOrd="0" presId="urn:microsoft.com/office/officeart/2018/2/layout/IconCircleList"/>
    <dgm:cxn modelId="{284E50EE-5333-46B6-9E77-4EDFE07F6B0A}" type="presParOf" srcId="{2646E623-3638-4C60-AB86-B974B30AC60F}" destId="{9523BBC3-2D81-44B6-BC7B-AF4A4E020F6C}" srcOrd="3" destOrd="0" presId="urn:microsoft.com/office/officeart/2018/2/layout/IconCircleList"/>
    <dgm:cxn modelId="{59253837-C0F6-4B67-8FB4-7643F55A70A8}" type="presParOf" srcId="{2646E623-3638-4C60-AB86-B974B30AC60F}" destId="{8EBFC556-A079-4360-B956-76A2910E9D4A}" srcOrd="4" destOrd="0" presId="urn:microsoft.com/office/officeart/2018/2/layout/IconCircleList"/>
    <dgm:cxn modelId="{F7F10066-C5E0-409D-B3FE-BF3E09A71A60}" type="presParOf" srcId="{8EBFC556-A079-4360-B956-76A2910E9D4A}" destId="{49BF7C9E-71BD-4E75-8F2F-8AEA4AB8791C}" srcOrd="0" destOrd="0" presId="urn:microsoft.com/office/officeart/2018/2/layout/IconCircleList"/>
    <dgm:cxn modelId="{2C049E39-31DB-45AF-BFEB-B033E021416D}" type="presParOf" srcId="{8EBFC556-A079-4360-B956-76A2910E9D4A}" destId="{98340F31-2006-423F-8585-5596BCDA81C5}" srcOrd="1" destOrd="0" presId="urn:microsoft.com/office/officeart/2018/2/layout/IconCircleList"/>
    <dgm:cxn modelId="{7B229818-EFD2-4709-9FE9-F5A26D7319F3}" type="presParOf" srcId="{8EBFC556-A079-4360-B956-76A2910E9D4A}" destId="{527E1F57-5DFF-4DF7-8126-065D6A765BAB}" srcOrd="2" destOrd="0" presId="urn:microsoft.com/office/officeart/2018/2/layout/IconCircleList"/>
    <dgm:cxn modelId="{A6947BC9-D047-4F43-B724-B32A11529E29}" type="presParOf" srcId="{8EBFC556-A079-4360-B956-76A2910E9D4A}" destId="{674231BF-B68B-40E7-9629-B819997F9589}" srcOrd="3" destOrd="0" presId="urn:microsoft.com/office/officeart/2018/2/layout/IconCircleList"/>
    <dgm:cxn modelId="{B6B48498-6B17-4C86-9EDC-58A7C7BBC5A6}" type="presParOf" srcId="{2646E623-3638-4C60-AB86-B974B30AC60F}" destId="{615606E6-4B16-4E34-A427-FEA6E0849DD6}" srcOrd="5" destOrd="0" presId="urn:microsoft.com/office/officeart/2018/2/layout/IconCircleList"/>
    <dgm:cxn modelId="{535FCB24-EC73-4DFD-BE8A-22AE7BF4BAF7}" type="presParOf" srcId="{2646E623-3638-4C60-AB86-B974B30AC60F}" destId="{202A0F28-DF64-4764-8706-5356D07C3BE8}" srcOrd="6" destOrd="0" presId="urn:microsoft.com/office/officeart/2018/2/layout/IconCircleList"/>
    <dgm:cxn modelId="{FD57B034-FC09-4EA7-8EB4-FE43D6F55984}" type="presParOf" srcId="{202A0F28-DF64-4764-8706-5356D07C3BE8}" destId="{AC8D3955-EC97-4153-BA7D-678D1239AF2C}" srcOrd="0" destOrd="0" presId="urn:microsoft.com/office/officeart/2018/2/layout/IconCircleList"/>
    <dgm:cxn modelId="{6C188153-CAFE-49E6-8D7C-5EDE12370099}" type="presParOf" srcId="{202A0F28-DF64-4764-8706-5356D07C3BE8}" destId="{C68D1CDF-54EB-4123-8724-5B0ED42623BA}" srcOrd="1" destOrd="0" presId="urn:microsoft.com/office/officeart/2018/2/layout/IconCircleList"/>
    <dgm:cxn modelId="{50DD4922-D176-4752-959E-D2E374341DD0}" type="presParOf" srcId="{202A0F28-DF64-4764-8706-5356D07C3BE8}" destId="{95BFC016-B12E-4BB8-8D71-AF831504EFAB}" srcOrd="2" destOrd="0" presId="urn:microsoft.com/office/officeart/2018/2/layout/IconCircleList"/>
    <dgm:cxn modelId="{1C84F265-44C0-4BDE-BF4E-9158178FA6ED}" type="presParOf" srcId="{202A0F28-DF64-4764-8706-5356D07C3BE8}" destId="{50CE1F8F-E687-4741-B040-2CEE03475AB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420BF1-B1B7-47F7-BB69-078787B1C41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88282D4-C25C-4029-9B4B-83957884C3D1}">
      <dgm:prSet/>
      <dgm:spPr/>
      <dgm:t>
        <a:bodyPr/>
        <a:lstStyle/>
        <a:p>
          <a:r>
            <a:rPr lang="en-US"/>
            <a:t>- Reduced customer wait time by 18%</a:t>
          </a:r>
        </a:p>
      </dgm:t>
    </dgm:pt>
    <dgm:pt modelId="{CEF95766-060A-459E-BDA2-C1FD299D71B7}" type="parTrans" cxnId="{9557147D-CE22-407D-B63A-C92C113E4DBB}">
      <dgm:prSet/>
      <dgm:spPr/>
      <dgm:t>
        <a:bodyPr/>
        <a:lstStyle/>
        <a:p>
          <a:endParaRPr lang="en-US"/>
        </a:p>
      </dgm:t>
    </dgm:pt>
    <dgm:pt modelId="{3B119237-E800-409B-B154-33213D24E6AD}" type="sibTrans" cxnId="{9557147D-CE22-407D-B63A-C92C113E4DBB}">
      <dgm:prSet/>
      <dgm:spPr/>
      <dgm:t>
        <a:bodyPr/>
        <a:lstStyle/>
        <a:p>
          <a:endParaRPr lang="en-US"/>
        </a:p>
      </dgm:t>
    </dgm:pt>
    <dgm:pt modelId="{051A8654-EEAC-4C22-91FC-BBAC2E5D6E75}">
      <dgm:prSet/>
      <dgm:spPr/>
      <dgm:t>
        <a:bodyPr/>
        <a:lstStyle/>
        <a:p>
          <a:r>
            <a:rPr lang="en-US"/>
            <a:t>- Improved satisfaction and agent productivity</a:t>
          </a:r>
        </a:p>
      </dgm:t>
    </dgm:pt>
    <dgm:pt modelId="{EA1D1811-4522-49AF-BD99-C50924B3E5B6}" type="parTrans" cxnId="{AD848C4A-0285-4FE6-9C26-DA5F6C55F95F}">
      <dgm:prSet/>
      <dgm:spPr/>
      <dgm:t>
        <a:bodyPr/>
        <a:lstStyle/>
        <a:p>
          <a:endParaRPr lang="en-US"/>
        </a:p>
      </dgm:t>
    </dgm:pt>
    <dgm:pt modelId="{2F83ECAD-6976-4863-82F8-AC3DFBC26A72}" type="sibTrans" cxnId="{AD848C4A-0285-4FE6-9C26-DA5F6C55F95F}">
      <dgm:prSet/>
      <dgm:spPr/>
      <dgm:t>
        <a:bodyPr/>
        <a:lstStyle/>
        <a:p>
          <a:endParaRPr lang="en-US"/>
        </a:p>
      </dgm:t>
    </dgm:pt>
    <dgm:pt modelId="{D5B84A4E-3C2E-4FB2-9EC9-5B30AE5CE56B}">
      <dgm:prSet/>
      <dgm:spPr/>
      <dgm:t>
        <a:bodyPr/>
        <a:lstStyle/>
        <a:p>
          <a:r>
            <a:rPr lang="en-US"/>
            <a:t>- Reduced average handling time by 3–5 minutes per call</a:t>
          </a:r>
        </a:p>
      </dgm:t>
    </dgm:pt>
    <dgm:pt modelId="{FE2A102C-C3FF-45AB-98A9-2E62B7B3DE29}" type="parTrans" cxnId="{BB83044F-D0AF-467C-AA4F-E27DD3FDE001}">
      <dgm:prSet/>
      <dgm:spPr/>
      <dgm:t>
        <a:bodyPr/>
        <a:lstStyle/>
        <a:p>
          <a:endParaRPr lang="en-US"/>
        </a:p>
      </dgm:t>
    </dgm:pt>
    <dgm:pt modelId="{C58F7D7F-3316-4014-A792-A0546DB3172E}" type="sibTrans" cxnId="{BB83044F-D0AF-467C-AA4F-E27DD3FDE001}">
      <dgm:prSet/>
      <dgm:spPr/>
      <dgm:t>
        <a:bodyPr/>
        <a:lstStyle/>
        <a:p>
          <a:endParaRPr lang="en-US"/>
        </a:p>
      </dgm:t>
    </dgm:pt>
    <dgm:pt modelId="{B3BD7228-8CEA-44A5-B05B-D24EA5159DE1}" type="pres">
      <dgm:prSet presAssocID="{04420BF1-B1B7-47F7-BB69-078787B1C41A}" presName="root" presStyleCnt="0">
        <dgm:presLayoutVars>
          <dgm:dir/>
          <dgm:resizeHandles val="exact"/>
        </dgm:presLayoutVars>
      </dgm:prSet>
      <dgm:spPr/>
    </dgm:pt>
    <dgm:pt modelId="{073A6BD7-8B7E-45F9-B6F6-D7CA595BC479}" type="pres">
      <dgm:prSet presAssocID="{A88282D4-C25C-4029-9B4B-83957884C3D1}" presName="compNode" presStyleCnt="0"/>
      <dgm:spPr/>
    </dgm:pt>
    <dgm:pt modelId="{2FE0A158-D126-4E99-9313-B2ABD9C26604}" type="pres">
      <dgm:prSet presAssocID="{A88282D4-C25C-4029-9B4B-83957884C3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F512E39F-5F38-4ED7-B2C5-41D672348A6B}" type="pres">
      <dgm:prSet presAssocID="{A88282D4-C25C-4029-9B4B-83957884C3D1}" presName="spaceRect" presStyleCnt="0"/>
      <dgm:spPr/>
    </dgm:pt>
    <dgm:pt modelId="{B8205EF6-4AAC-4948-89AB-C7DD130EFCB5}" type="pres">
      <dgm:prSet presAssocID="{A88282D4-C25C-4029-9B4B-83957884C3D1}" presName="textRect" presStyleLbl="revTx" presStyleIdx="0" presStyleCnt="3">
        <dgm:presLayoutVars>
          <dgm:chMax val="1"/>
          <dgm:chPref val="1"/>
        </dgm:presLayoutVars>
      </dgm:prSet>
      <dgm:spPr/>
    </dgm:pt>
    <dgm:pt modelId="{33DEF209-21C5-40B4-905F-B113CF99FFEA}" type="pres">
      <dgm:prSet presAssocID="{3B119237-E800-409B-B154-33213D24E6AD}" presName="sibTrans" presStyleCnt="0"/>
      <dgm:spPr/>
    </dgm:pt>
    <dgm:pt modelId="{6A79602E-81E3-44E1-A5CE-43C7D3AE9C4D}" type="pres">
      <dgm:prSet presAssocID="{051A8654-EEAC-4C22-91FC-BBAC2E5D6E75}" presName="compNode" presStyleCnt="0"/>
      <dgm:spPr/>
    </dgm:pt>
    <dgm:pt modelId="{26F7FE91-4B0C-4D65-9FCB-BC84003E8A49}" type="pres">
      <dgm:prSet presAssocID="{051A8654-EEAC-4C22-91FC-BBAC2E5D6E7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BEF91EB-A18F-4DF6-B1D7-4D555C04E6CC}" type="pres">
      <dgm:prSet presAssocID="{051A8654-EEAC-4C22-91FC-BBAC2E5D6E75}" presName="spaceRect" presStyleCnt="0"/>
      <dgm:spPr/>
    </dgm:pt>
    <dgm:pt modelId="{2F0CE832-9AE2-40DE-9F56-2E1C8FDC01B6}" type="pres">
      <dgm:prSet presAssocID="{051A8654-EEAC-4C22-91FC-BBAC2E5D6E75}" presName="textRect" presStyleLbl="revTx" presStyleIdx="1" presStyleCnt="3">
        <dgm:presLayoutVars>
          <dgm:chMax val="1"/>
          <dgm:chPref val="1"/>
        </dgm:presLayoutVars>
      </dgm:prSet>
      <dgm:spPr/>
    </dgm:pt>
    <dgm:pt modelId="{3179A656-FD75-4090-B559-039724C4C5DB}" type="pres">
      <dgm:prSet presAssocID="{2F83ECAD-6976-4863-82F8-AC3DFBC26A72}" presName="sibTrans" presStyleCnt="0"/>
      <dgm:spPr/>
    </dgm:pt>
    <dgm:pt modelId="{8AA0A5F6-181A-4E63-85C2-751DF7A9716F}" type="pres">
      <dgm:prSet presAssocID="{D5B84A4E-3C2E-4FB2-9EC9-5B30AE5CE56B}" presName="compNode" presStyleCnt="0"/>
      <dgm:spPr/>
    </dgm:pt>
    <dgm:pt modelId="{119144E7-8FB1-4DDC-8B8B-4305292274F6}" type="pres">
      <dgm:prSet presAssocID="{D5B84A4E-3C2E-4FB2-9EC9-5B30AE5CE5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5CCF9D2-6110-4096-9601-7D562DE7DAEB}" type="pres">
      <dgm:prSet presAssocID="{D5B84A4E-3C2E-4FB2-9EC9-5B30AE5CE56B}" presName="spaceRect" presStyleCnt="0"/>
      <dgm:spPr/>
    </dgm:pt>
    <dgm:pt modelId="{E802A237-ABAE-4B16-9C7B-F554E135E504}" type="pres">
      <dgm:prSet presAssocID="{D5B84A4E-3C2E-4FB2-9EC9-5B30AE5CE5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B81FF00-0A5F-4542-88B8-591317B9116C}" type="presOf" srcId="{051A8654-EEAC-4C22-91FC-BBAC2E5D6E75}" destId="{2F0CE832-9AE2-40DE-9F56-2E1C8FDC01B6}" srcOrd="0" destOrd="0" presId="urn:microsoft.com/office/officeart/2018/2/layout/IconLabelList"/>
    <dgm:cxn modelId="{9F5B1A14-4CDE-44F8-8175-1567E621554F}" type="presOf" srcId="{D5B84A4E-3C2E-4FB2-9EC9-5B30AE5CE56B}" destId="{E802A237-ABAE-4B16-9C7B-F554E135E504}" srcOrd="0" destOrd="0" presId="urn:microsoft.com/office/officeart/2018/2/layout/IconLabelList"/>
    <dgm:cxn modelId="{AD848C4A-0285-4FE6-9C26-DA5F6C55F95F}" srcId="{04420BF1-B1B7-47F7-BB69-078787B1C41A}" destId="{051A8654-EEAC-4C22-91FC-BBAC2E5D6E75}" srcOrd="1" destOrd="0" parTransId="{EA1D1811-4522-49AF-BD99-C50924B3E5B6}" sibTransId="{2F83ECAD-6976-4863-82F8-AC3DFBC26A72}"/>
    <dgm:cxn modelId="{BB83044F-D0AF-467C-AA4F-E27DD3FDE001}" srcId="{04420BF1-B1B7-47F7-BB69-078787B1C41A}" destId="{D5B84A4E-3C2E-4FB2-9EC9-5B30AE5CE56B}" srcOrd="2" destOrd="0" parTransId="{FE2A102C-C3FF-45AB-98A9-2E62B7B3DE29}" sibTransId="{C58F7D7F-3316-4014-A792-A0546DB3172E}"/>
    <dgm:cxn modelId="{9557147D-CE22-407D-B63A-C92C113E4DBB}" srcId="{04420BF1-B1B7-47F7-BB69-078787B1C41A}" destId="{A88282D4-C25C-4029-9B4B-83957884C3D1}" srcOrd="0" destOrd="0" parTransId="{CEF95766-060A-459E-BDA2-C1FD299D71B7}" sibTransId="{3B119237-E800-409B-B154-33213D24E6AD}"/>
    <dgm:cxn modelId="{B9A234BA-98B4-473F-B48D-04B522B47FA0}" type="presOf" srcId="{A88282D4-C25C-4029-9B4B-83957884C3D1}" destId="{B8205EF6-4AAC-4948-89AB-C7DD130EFCB5}" srcOrd="0" destOrd="0" presId="urn:microsoft.com/office/officeart/2018/2/layout/IconLabelList"/>
    <dgm:cxn modelId="{26FEF6C0-F9FD-4BB5-B04D-1AE00CEB0476}" type="presOf" srcId="{04420BF1-B1B7-47F7-BB69-078787B1C41A}" destId="{B3BD7228-8CEA-44A5-B05B-D24EA5159DE1}" srcOrd="0" destOrd="0" presId="urn:microsoft.com/office/officeart/2018/2/layout/IconLabelList"/>
    <dgm:cxn modelId="{5426F1F0-2445-4B52-9FF0-3CE2A7AED7E2}" type="presParOf" srcId="{B3BD7228-8CEA-44A5-B05B-D24EA5159DE1}" destId="{073A6BD7-8B7E-45F9-B6F6-D7CA595BC479}" srcOrd="0" destOrd="0" presId="urn:microsoft.com/office/officeart/2018/2/layout/IconLabelList"/>
    <dgm:cxn modelId="{2BA3C4DE-4D8E-463C-B3B7-F664B9106590}" type="presParOf" srcId="{073A6BD7-8B7E-45F9-B6F6-D7CA595BC479}" destId="{2FE0A158-D126-4E99-9313-B2ABD9C26604}" srcOrd="0" destOrd="0" presId="urn:microsoft.com/office/officeart/2018/2/layout/IconLabelList"/>
    <dgm:cxn modelId="{2EF6EE78-5001-4D65-A1AD-D232110E6962}" type="presParOf" srcId="{073A6BD7-8B7E-45F9-B6F6-D7CA595BC479}" destId="{F512E39F-5F38-4ED7-B2C5-41D672348A6B}" srcOrd="1" destOrd="0" presId="urn:microsoft.com/office/officeart/2018/2/layout/IconLabelList"/>
    <dgm:cxn modelId="{65078B19-0F2A-4DB6-AD0C-7A9628EAD7B3}" type="presParOf" srcId="{073A6BD7-8B7E-45F9-B6F6-D7CA595BC479}" destId="{B8205EF6-4AAC-4948-89AB-C7DD130EFCB5}" srcOrd="2" destOrd="0" presId="urn:microsoft.com/office/officeart/2018/2/layout/IconLabelList"/>
    <dgm:cxn modelId="{4CA54205-C39D-4C4E-B847-60D05CEE0095}" type="presParOf" srcId="{B3BD7228-8CEA-44A5-B05B-D24EA5159DE1}" destId="{33DEF209-21C5-40B4-905F-B113CF99FFEA}" srcOrd="1" destOrd="0" presId="urn:microsoft.com/office/officeart/2018/2/layout/IconLabelList"/>
    <dgm:cxn modelId="{82DEFE47-2969-4B8C-81DC-209BBC9C991F}" type="presParOf" srcId="{B3BD7228-8CEA-44A5-B05B-D24EA5159DE1}" destId="{6A79602E-81E3-44E1-A5CE-43C7D3AE9C4D}" srcOrd="2" destOrd="0" presId="urn:microsoft.com/office/officeart/2018/2/layout/IconLabelList"/>
    <dgm:cxn modelId="{59DC069A-10E0-4C1A-BECD-F0785BB56D1C}" type="presParOf" srcId="{6A79602E-81E3-44E1-A5CE-43C7D3AE9C4D}" destId="{26F7FE91-4B0C-4D65-9FCB-BC84003E8A49}" srcOrd="0" destOrd="0" presId="urn:microsoft.com/office/officeart/2018/2/layout/IconLabelList"/>
    <dgm:cxn modelId="{AFF87056-D4EE-4E5B-9F3E-AC0F2E4521CF}" type="presParOf" srcId="{6A79602E-81E3-44E1-A5CE-43C7D3AE9C4D}" destId="{1BEF91EB-A18F-4DF6-B1D7-4D555C04E6CC}" srcOrd="1" destOrd="0" presId="urn:microsoft.com/office/officeart/2018/2/layout/IconLabelList"/>
    <dgm:cxn modelId="{AF5779E4-240B-478E-A483-F1C38BCD13A3}" type="presParOf" srcId="{6A79602E-81E3-44E1-A5CE-43C7D3AE9C4D}" destId="{2F0CE832-9AE2-40DE-9F56-2E1C8FDC01B6}" srcOrd="2" destOrd="0" presId="urn:microsoft.com/office/officeart/2018/2/layout/IconLabelList"/>
    <dgm:cxn modelId="{ABDDE87C-ECF2-4D24-8645-10544AA663D7}" type="presParOf" srcId="{B3BD7228-8CEA-44A5-B05B-D24EA5159DE1}" destId="{3179A656-FD75-4090-B559-039724C4C5DB}" srcOrd="3" destOrd="0" presId="urn:microsoft.com/office/officeart/2018/2/layout/IconLabelList"/>
    <dgm:cxn modelId="{6E80722A-CAE1-4A7A-8F1F-33653CC91B2D}" type="presParOf" srcId="{B3BD7228-8CEA-44A5-B05B-D24EA5159DE1}" destId="{8AA0A5F6-181A-4E63-85C2-751DF7A9716F}" srcOrd="4" destOrd="0" presId="urn:microsoft.com/office/officeart/2018/2/layout/IconLabelList"/>
    <dgm:cxn modelId="{7C2C1554-D6FC-4594-A543-2568D3027733}" type="presParOf" srcId="{8AA0A5F6-181A-4E63-85C2-751DF7A9716F}" destId="{119144E7-8FB1-4DDC-8B8B-4305292274F6}" srcOrd="0" destOrd="0" presId="urn:microsoft.com/office/officeart/2018/2/layout/IconLabelList"/>
    <dgm:cxn modelId="{634B64D2-8307-435F-A337-B8A9B2476101}" type="presParOf" srcId="{8AA0A5F6-181A-4E63-85C2-751DF7A9716F}" destId="{B5CCF9D2-6110-4096-9601-7D562DE7DAEB}" srcOrd="1" destOrd="0" presId="urn:microsoft.com/office/officeart/2018/2/layout/IconLabelList"/>
    <dgm:cxn modelId="{5E11DF09-F42E-4C0F-A481-B6133DE24965}" type="presParOf" srcId="{8AA0A5F6-181A-4E63-85C2-751DF7A9716F}" destId="{E802A237-ABAE-4B16-9C7B-F554E135E50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34A9DB9-37A1-4E95-93AC-C70DEE16FD0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27E7BCA-24EF-4C12-89D1-964D2F025FFF}">
      <dgm:prSet/>
      <dgm:spPr/>
      <dgm:t>
        <a:bodyPr/>
        <a:lstStyle/>
        <a:p>
          <a:r>
            <a:rPr lang="en-US"/>
            <a:t>The Azure-powered AI pipeline integrates forecasting, sentiment analysis, and summarization to deliver proactive and scalable customer service improvements.</a:t>
          </a:r>
        </a:p>
      </dgm:t>
    </dgm:pt>
    <dgm:pt modelId="{6F920360-CBFC-4802-9008-730D04734DF7}" type="parTrans" cxnId="{E95AB289-445D-46EB-9F1C-45493FCA0D39}">
      <dgm:prSet/>
      <dgm:spPr/>
      <dgm:t>
        <a:bodyPr/>
        <a:lstStyle/>
        <a:p>
          <a:endParaRPr lang="en-US"/>
        </a:p>
      </dgm:t>
    </dgm:pt>
    <dgm:pt modelId="{77CE6D0E-F83F-4D2F-909A-AA89244AD4D7}" type="sibTrans" cxnId="{E95AB289-445D-46EB-9F1C-45493FCA0D39}">
      <dgm:prSet/>
      <dgm:spPr/>
      <dgm:t>
        <a:bodyPr/>
        <a:lstStyle/>
        <a:p>
          <a:endParaRPr lang="en-US"/>
        </a:p>
      </dgm:t>
    </dgm:pt>
    <dgm:pt modelId="{61B38A5F-3060-4A58-A8A7-D96099EB632A}">
      <dgm:prSet/>
      <dgm:spPr/>
      <dgm:t>
        <a:bodyPr/>
        <a:lstStyle/>
        <a:p>
          <a:r>
            <a:rPr lang="en-US"/>
            <a:t>Next Steps:</a:t>
          </a:r>
        </a:p>
      </dgm:t>
    </dgm:pt>
    <dgm:pt modelId="{676F9ACE-D8EF-432C-A39A-B44D0CD87D50}" type="parTrans" cxnId="{E5FF24AE-03E1-48B4-80E1-142120087962}">
      <dgm:prSet/>
      <dgm:spPr/>
      <dgm:t>
        <a:bodyPr/>
        <a:lstStyle/>
        <a:p>
          <a:endParaRPr lang="en-US"/>
        </a:p>
      </dgm:t>
    </dgm:pt>
    <dgm:pt modelId="{8A567043-7D30-475F-917F-6DFF7254F2C6}" type="sibTrans" cxnId="{E5FF24AE-03E1-48B4-80E1-142120087962}">
      <dgm:prSet/>
      <dgm:spPr/>
      <dgm:t>
        <a:bodyPr/>
        <a:lstStyle/>
        <a:p>
          <a:endParaRPr lang="en-US"/>
        </a:p>
      </dgm:t>
    </dgm:pt>
    <dgm:pt modelId="{76444A8B-ACE9-444F-BB06-F7386BD6F0C3}">
      <dgm:prSet/>
      <dgm:spPr/>
      <dgm:t>
        <a:bodyPr/>
        <a:lstStyle/>
        <a:p>
          <a:r>
            <a:rPr lang="en-US"/>
            <a:t>- Expand to real-time analytics</a:t>
          </a:r>
        </a:p>
      </dgm:t>
    </dgm:pt>
    <dgm:pt modelId="{BB67D2AD-EB83-4300-A038-2FBBC576A871}" type="parTrans" cxnId="{B61178F8-2494-43A7-94D5-341328483CD6}">
      <dgm:prSet/>
      <dgm:spPr/>
      <dgm:t>
        <a:bodyPr/>
        <a:lstStyle/>
        <a:p>
          <a:endParaRPr lang="en-US"/>
        </a:p>
      </dgm:t>
    </dgm:pt>
    <dgm:pt modelId="{C330BE4C-33D8-46E1-84D8-D77A619D49C5}" type="sibTrans" cxnId="{B61178F8-2494-43A7-94D5-341328483CD6}">
      <dgm:prSet/>
      <dgm:spPr/>
      <dgm:t>
        <a:bodyPr/>
        <a:lstStyle/>
        <a:p>
          <a:endParaRPr lang="en-US"/>
        </a:p>
      </dgm:t>
    </dgm:pt>
    <dgm:pt modelId="{238558B9-518E-4887-96A5-8DF234140936}">
      <dgm:prSet/>
      <dgm:spPr/>
      <dgm:t>
        <a:bodyPr/>
        <a:lstStyle/>
        <a:p>
          <a:r>
            <a:rPr lang="en-US"/>
            <a:t>- Incorporate feedback loops</a:t>
          </a:r>
        </a:p>
      </dgm:t>
    </dgm:pt>
    <dgm:pt modelId="{59D289A3-44FD-4B17-986F-978F2B40B1E5}" type="parTrans" cxnId="{35C29DAC-9393-4046-9435-A110A1335595}">
      <dgm:prSet/>
      <dgm:spPr/>
      <dgm:t>
        <a:bodyPr/>
        <a:lstStyle/>
        <a:p>
          <a:endParaRPr lang="en-US"/>
        </a:p>
      </dgm:t>
    </dgm:pt>
    <dgm:pt modelId="{157E2BF5-ED87-47D6-BA31-CCC7024758F9}" type="sibTrans" cxnId="{35C29DAC-9393-4046-9435-A110A1335595}">
      <dgm:prSet/>
      <dgm:spPr/>
      <dgm:t>
        <a:bodyPr/>
        <a:lstStyle/>
        <a:p>
          <a:endParaRPr lang="en-US"/>
        </a:p>
      </dgm:t>
    </dgm:pt>
    <dgm:pt modelId="{CEC49120-9B2C-4ECD-BF3B-7B4F2993DF81}">
      <dgm:prSet/>
      <dgm:spPr/>
      <dgm:t>
        <a:bodyPr/>
        <a:lstStyle/>
        <a:p>
          <a:r>
            <a:rPr lang="en-US"/>
            <a:t>- Deploy via Azure ML endpoints</a:t>
          </a:r>
        </a:p>
      </dgm:t>
    </dgm:pt>
    <dgm:pt modelId="{E0060FAF-A893-4F57-AA8E-B6BE5D6C9866}" type="parTrans" cxnId="{A52042C9-A7BE-4ABA-9EB1-034EFF0CDB2C}">
      <dgm:prSet/>
      <dgm:spPr/>
      <dgm:t>
        <a:bodyPr/>
        <a:lstStyle/>
        <a:p>
          <a:endParaRPr lang="en-US"/>
        </a:p>
      </dgm:t>
    </dgm:pt>
    <dgm:pt modelId="{3273A0E0-4436-4EA0-97B3-90ADCB540C69}" type="sibTrans" cxnId="{A52042C9-A7BE-4ABA-9EB1-034EFF0CDB2C}">
      <dgm:prSet/>
      <dgm:spPr/>
      <dgm:t>
        <a:bodyPr/>
        <a:lstStyle/>
        <a:p>
          <a:endParaRPr lang="en-US"/>
        </a:p>
      </dgm:t>
    </dgm:pt>
    <dgm:pt modelId="{483856B4-BC60-414A-9482-38DA2017B84D}" type="pres">
      <dgm:prSet presAssocID="{134A9DB9-37A1-4E95-93AC-C70DEE16FD08}" presName="root" presStyleCnt="0">
        <dgm:presLayoutVars>
          <dgm:dir/>
          <dgm:resizeHandles val="exact"/>
        </dgm:presLayoutVars>
      </dgm:prSet>
      <dgm:spPr/>
    </dgm:pt>
    <dgm:pt modelId="{3D9B8DEC-744E-4847-8BF5-21C7CCD39770}" type="pres">
      <dgm:prSet presAssocID="{527E7BCA-24EF-4C12-89D1-964D2F025FFF}" presName="compNode" presStyleCnt="0"/>
      <dgm:spPr/>
    </dgm:pt>
    <dgm:pt modelId="{BD98BDBE-B3D1-4E38-8FA3-145A7E5E2305}" type="pres">
      <dgm:prSet presAssocID="{527E7BCA-24EF-4C12-89D1-964D2F025FF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94E7A36-111A-4D3E-A4FA-7079D6CEA6A1}" type="pres">
      <dgm:prSet presAssocID="{527E7BCA-24EF-4C12-89D1-964D2F025FFF}" presName="spaceRect" presStyleCnt="0"/>
      <dgm:spPr/>
    </dgm:pt>
    <dgm:pt modelId="{06E80DE2-A36E-4839-B465-19EE0CDA9241}" type="pres">
      <dgm:prSet presAssocID="{527E7BCA-24EF-4C12-89D1-964D2F025FFF}" presName="textRect" presStyleLbl="revTx" presStyleIdx="0" presStyleCnt="5">
        <dgm:presLayoutVars>
          <dgm:chMax val="1"/>
          <dgm:chPref val="1"/>
        </dgm:presLayoutVars>
      </dgm:prSet>
      <dgm:spPr/>
    </dgm:pt>
    <dgm:pt modelId="{D98790A8-5804-41E6-8BAA-9D7E698BB6D3}" type="pres">
      <dgm:prSet presAssocID="{77CE6D0E-F83F-4D2F-909A-AA89244AD4D7}" presName="sibTrans" presStyleCnt="0"/>
      <dgm:spPr/>
    </dgm:pt>
    <dgm:pt modelId="{75202635-7FB5-4FD5-BAC0-CCBBA1DF9FE2}" type="pres">
      <dgm:prSet presAssocID="{61B38A5F-3060-4A58-A8A7-D96099EB632A}" presName="compNode" presStyleCnt="0"/>
      <dgm:spPr/>
    </dgm:pt>
    <dgm:pt modelId="{7F85B3B0-B65C-473A-9BD0-A1FDAFB1DF0D}" type="pres">
      <dgm:prSet presAssocID="{61B38A5F-3060-4A58-A8A7-D96099EB632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FDB59BBA-BED0-4A85-A2C8-0AEDA168AB45}" type="pres">
      <dgm:prSet presAssocID="{61B38A5F-3060-4A58-A8A7-D96099EB632A}" presName="spaceRect" presStyleCnt="0"/>
      <dgm:spPr/>
    </dgm:pt>
    <dgm:pt modelId="{220A1D08-30A8-4223-B743-C84087C04048}" type="pres">
      <dgm:prSet presAssocID="{61B38A5F-3060-4A58-A8A7-D96099EB632A}" presName="textRect" presStyleLbl="revTx" presStyleIdx="1" presStyleCnt="5">
        <dgm:presLayoutVars>
          <dgm:chMax val="1"/>
          <dgm:chPref val="1"/>
        </dgm:presLayoutVars>
      </dgm:prSet>
      <dgm:spPr/>
    </dgm:pt>
    <dgm:pt modelId="{B084DD5B-9D33-4BA7-BE6E-91148634877F}" type="pres">
      <dgm:prSet presAssocID="{8A567043-7D30-475F-917F-6DFF7254F2C6}" presName="sibTrans" presStyleCnt="0"/>
      <dgm:spPr/>
    </dgm:pt>
    <dgm:pt modelId="{5B13D935-4E4B-4763-B2CE-1E20EB2CC2E8}" type="pres">
      <dgm:prSet presAssocID="{76444A8B-ACE9-444F-BB06-F7386BD6F0C3}" presName="compNode" presStyleCnt="0"/>
      <dgm:spPr/>
    </dgm:pt>
    <dgm:pt modelId="{5AE2942A-472F-41EC-8DEC-0F381085951C}" type="pres">
      <dgm:prSet presAssocID="{76444A8B-ACE9-444F-BB06-F7386BD6F0C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A4529E3-9003-4953-A220-26E64D6EBC3E}" type="pres">
      <dgm:prSet presAssocID="{76444A8B-ACE9-444F-BB06-F7386BD6F0C3}" presName="spaceRect" presStyleCnt="0"/>
      <dgm:spPr/>
    </dgm:pt>
    <dgm:pt modelId="{63EEFC3D-E6DF-4943-90CB-033EB459E84D}" type="pres">
      <dgm:prSet presAssocID="{76444A8B-ACE9-444F-BB06-F7386BD6F0C3}" presName="textRect" presStyleLbl="revTx" presStyleIdx="2" presStyleCnt="5">
        <dgm:presLayoutVars>
          <dgm:chMax val="1"/>
          <dgm:chPref val="1"/>
        </dgm:presLayoutVars>
      </dgm:prSet>
      <dgm:spPr/>
    </dgm:pt>
    <dgm:pt modelId="{6F4A0CDE-235A-46E7-B048-623A78EE4A24}" type="pres">
      <dgm:prSet presAssocID="{C330BE4C-33D8-46E1-84D8-D77A619D49C5}" presName="sibTrans" presStyleCnt="0"/>
      <dgm:spPr/>
    </dgm:pt>
    <dgm:pt modelId="{295BC5E2-71F3-4A68-AFEA-C64E142C374C}" type="pres">
      <dgm:prSet presAssocID="{238558B9-518E-4887-96A5-8DF234140936}" presName="compNode" presStyleCnt="0"/>
      <dgm:spPr/>
    </dgm:pt>
    <dgm:pt modelId="{B2D4AB5B-B64B-4844-8292-EB537879423F}" type="pres">
      <dgm:prSet presAssocID="{238558B9-518E-4887-96A5-8DF23414093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53B73DC4-427A-4FA5-9657-7A1F8EC13D48}" type="pres">
      <dgm:prSet presAssocID="{238558B9-518E-4887-96A5-8DF234140936}" presName="spaceRect" presStyleCnt="0"/>
      <dgm:spPr/>
    </dgm:pt>
    <dgm:pt modelId="{0166948D-D7CB-425D-8058-7EC982A6AE96}" type="pres">
      <dgm:prSet presAssocID="{238558B9-518E-4887-96A5-8DF234140936}" presName="textRect" presStyleLbl="revTx" presStyleIdx="3" presStyleCnt="5">
        <dgm:presLayoutVars>
          <dgm:chMax val="1"/>
          <dgm:chPref val="1"/>
        </dgm:presLayoutVars>
      </dgm:prSet>
      <dgm:spPr/>
    </dgm:pt>
    <dgm:pt modelId="{830E0964-871A-43A9-90E1-A44D396C4155}" type="pres">
      <dgm:prSet presAssocID="{157E2BF5-ED87-47D6-BA31-CCC7024758F9}" presName="sibTrans" presStyleCnt="0"/>
      <dgm:spPr/>
    </dgm:pt>
    <dgm:pt modelId="{01CB47C0-4D7E-413F-BB59-CF8725530CE5}" type="pres">
      <dgm:prSet presAssocID="{CEC49120-9B2C-4ECD-BF3B-7B4F2993DF81}" presName="compNode" presStyleCnt="0"/>
      <dgm:spPr/>
    </dgm:pt>
    <dgm:pt modelId="{AA46EEF4-585B-4C42-B597-EE4D36809A56}" type="pres">
      <dgm:prSet presAssocID="{CEC49120-9B2C-4ECD-BF3B-7B4F2993DF8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CE595D9-776B-4175-9360-880B5461417D}" type="pres">
      <dgm:prSet presAssocID="{CEC49120-9B2C-4ECD-BF3B-7B4F2993DF81}" presName="spaceRect" presStyleCnt="0"/>
      <dgm:spPr/>
    </dgm:pt>
    <dgm:pt modelId="{4151FB3E-46F8-4D17-A26A-CA5E49D670E4}" type="pres">
      <dgm:prSet presAssocID="{CEC49120-9B2C-4ECD-BF3B-7B4F2993DF8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81FD200-C757-419A-8DDD-E5A6DEE384AB}" type="presOf" srcId="{61B38A5F-3060-4A58-A8A7-D96099EB632A}" destId="{220A1D08-30A8-4223-B743-C84087C04048}" srcOrd="0" destOrd="0" presId="urn:microsoft.com/office/officeart/2018/2/layout/IconLabelList"/>
    <dgm:cxn modelId="{A8980023-7C50-4275-A611-A889C6537445}" type="presOf" srcId="{76444A8B-ACE9-444F-BB06-F7386BD6F0C3}" destId="{63EEFC3D-E6DF-4943-90CB-033EB459E84D}" srcOrd="0" destOrd="0" presId="urn:microsoft.com/office/officeart/2018/2/layout/IconLabelList"/>
    <dgm:cxn modelId="{AE391256-7C92-4761-B9E5-28AF5839A824}" type="presOf" srcId="{238558B9-518E-4887-96A5-8DF234140936}" destId="{0166948D-D7CB-425D-8058-7EC982A6AE96}" srcOrd="0" destOrd="0" presId="urn:microsoft.com/office/officeart/2018/2/layout/IconLabelList"/>
    <dgm:cxn modelId="{D3A31589-8147-4085-9A37-0E733985FB72}" type="presOf" srcId="{CEC49120-9B2C-4ECD-BF3B-7B4F2993DF81}" destId="{4151FB3E-46F8-4D17-A26A-CA5E49D670E4}" srcOrd="0" destOrd="0" presId="urn:microsoft.com/office/officeart/2018/2/layout/IconLabelList"/>
    <dgm:cxn modelId="{E95AB289-445D-46EB-9F1C-45493FCA0D39}" srcId="{134A9DB9-37A1-4E95-93AC-C70DEE16FD08}" destId="{527E7BCA-24EF-4C12-89D1-964D2F025FFF}" srcOrd="0" destOrd="0" parTransId="{6F920360-CBFC-4802-9008-730D04734DF7}" sibTransId="{77CE6D0E-F83F-4D2F-909A-AA89244AD4D7}"/>
    <dgm:cxn modelId="{1E58499A-41EA-4D3A-B984-5C4A5B9AD55A}" type="presOf" srcId="{134A9DB9-37A1-4E95-93AC-C70DEE16FD08}" destId="{483856B4-BC60-414A-9482-38DA2017B84D}" srcOrd="0" destOrd="0" presId="urn:microsoft.com/office/officeart/2018/2/layout/IconLabelList"/>
    <dgm:cxn modelId="{35C29DAC-9393-4046-9435-A110A1335595}" srcId="{134A9DB9-37A1-4E95-93AC-C70DEE16FD08}" destId="{238558B9-518E-4887-96A5-8DF234140936}" srcOrd="3" destOrd="0" parTransId="{59D289A3-44FD-4B17-986F-978F2B40B1E5}" sibTransId="{157E2BF5-ED87-47D6-BA31-CCC7024758F9}"/>
    <dgm:cxn modelId="{E5FF24AE-03E1-48B4-80E1-142120087962}" srcId="{134A9DB9-37A1-4E95-93AC-C70DEE16FD08}" destId="{61B38A5F-3060-4A58-A8A7-D96099EB632A}" srcOrd="1" destOrd="0" parTransId="{676F9ACE-D8EF-432C-A39A-B44D0CD87D50}" sibTransId="{8A567043-7D30-475F-917F-6DFF7254F2C6}"/>
    <dgm:cxn modelId="{1B2300B1-4EA6-48E7-926B-6258D0C2F94E}" type="presOf" srcId="{527E7BCA-24EF-4C12-89D1-964D2F025FFF}" destId="{06E80DE2-A36E-4839-B465-19EE0CDA9241}" srcOrd="0" destOrd="0" presId="urn:microsoft.com/office/officeart/2018/2/layout/IconLabelList"/>
    <dgm:cxn modelId="{A52042C9-A7BE-4ABA-9EB1-034EFF0CDB2C}" srcId="{134A9DB9-37A1-4E95-93AC-C70DEE16FD08}" destId="{CEC49120-9B2C-4ECD-BF3B-7B4F2993DF81}" srcOrd="4" destOrd="0" parTransId="{E0060FAF-A893-4F57-AA8E-B6BE5D6C9866}" sibTransId="{3273A0E0-4436-4EA0-97B3-90ADCB540C69}"/>
    <dgm:cxn modelId="{B61178F8-2494-43A7-94D5-341328483CD6}" srcId="{134A9DB9-37A1-4E95-93AC-C70DEE16FD08}" destId="{76444A8B-ACE9-444F-BB06-F7386BD6F0C3}" srcOrd="2" destOrd="0" parTransId="{BB67D2AD-EB83-4300-A038-2FBBC576A871}" sibTransId="{C330BE4C-33D8-46E1-84D8-D77A619D49C5}"/>
    <dgm:cxn modelId="{6C935A34-B36E-46A9-967B-B16DBF63C90D}" type="presParOf" srcId="{483856B4-BC60-414A-9482-38DA2017B84D}" destId="{3D9B8DEC-744E-4847-8BF5-21C7CCD39770}" srcOrd="0" destOrd="0" presId="urn:microsoft.com/office/officeart/2018/2/layout/IconLabelList"/>
    <dgm:cxn modelId="{3C34AF33-681C-4580-980F-D1B986B2DDF5}" type="presParOf" srcId="{3D9B8DEC-744E-4847-8BF5-21C7CCD39770}" destId="{BD98BDBE-B3D1-4E38-8FA3-145A7E5E2305}" srcOrd="0" destOrd="0" presId="urn:microsoft.com/office/officeart/2018/2/layout/IconLabelList"/>
    <dgm:cxn modelId="{8B4C2EDA-4F67-4944-BF32-27897E4542A7}" type="presParOf" srcId="{3D9B8DEC-744E-4847-8BF5-21C7CCD39770}" destId="{394E7A36-111A-4D3E-A4FA-7079D6CEA6A1}" srcOrd="1" destOrd="0" presId="urn:microsoft.com/office/officeart/2018/2/layout/IconLabelList"/>
    <dgm:cxn modelId="{35D5AE9E-9F15-4AD9-B3F6-852D1942CDBB}" type="presParOf" srcId="{3D9B8DEC-744E-4847-8BF5-21C7CCD39770}" destId="{06E80DE2-A36E-4839-B465-19EE0CDA9241}" srcOrd="2" destOrd="0" presId="urn:microsoft.com/office/officeart/2018/2/layout/IconLabelList"/>
    <dgm:cxn modelId="{B0126908-AEF1-4B8D-AF09-A7B2C2468A97}" type="presParOf" srcId="{483856B4-BC60-414A-9482-38DA2017B84D}" destId="{D98790A8-5804-41E6-8BAA-9D7E698BB6D3}" srcOrd="1" destOrd="0" presId="urn:microsoft.com/office/officeart/2018/2/layout/IconLabelList"/>
    <dgm:cxn modelId="{0402280C-6BBA-4F35-878F-3D7BABC319BE}" type="presParOf" srcId="{483856B4-BC60-414A-9482-38DA2017B84D}" destId="{75202635-7FB5-4FD5-BAC0-CCBBA1DF9FE2}" srcOrd="2" destOrd="0" presId="urn:microsoft.com/office/officeart/2018/2/layout/IconLabelList"/>
    <dgm:cxn modelId="{B465FAE3-76E7-4844-9579-060C7D15649D}" type="presParOf" srcId="{75202635-7FB5-4FD5-BAC0-CCBBA1DF9FE2}" destId="{7F85B3B0-B65C-473A-9BD0-A1FDAFB1DF0D}" srcOrd="0" destOrd="0" presId="urn:microsoft.com/office/officeart/2018/2/layout/IconLabelList"/>
    <dgm:cxn modelId="{BFD713C1-7008-4AF1-AE89-7D45F98FE212}" type="presParOf" srcId="{75202635-7FB5-4FD5-BAC0-CCBBA1DF9FE2}" destId="{FDB59BBA-BED0-4A85-A2C8-0AEDA168AB45}" srcOrd="1" destOrd="0" presId="urn:microsoft.com/office/officeart/2018/2/layout/IconLabelList"/>
    <dgm:cxn modelId="{D5A1EA25-65E4-4259-AA83-766D7F4B499E}" type="presParOf" srcId="{75202635-7FB5-4FD5-BAC0-CCBBA1DF9FE2}" destId="{220A1D08-30A8-4223-B743-C84087C04048}" srcOrd="2" destOrd="0" presId="urn:microsoft.com/office/officeart/2018/2/layout/IconLabelList"/>
    <dgm:cxn modelId="{3354F447-B838-4BA1-823E-AAB901D02C5C}" type="presParOf" srcId="{483856B4-BC60-414A-9482-38DA2017B84D}" destId="{B084DD5B-9D33-4BA7-BE6E-91148634877F}" srcOrd="3" destOrd="0" presId="urn:microsoft.com/office/officeart/2018/2/layout/IconLabelList"/>
    <dgm:cxn modelId="{8E6045D0-6B98-48DD-9BD8-62A515007031}" type="presParOf" srcId="{483856B4-BC60-414A-9482-38DA2017B84D}" destId="{5B13D935-4E4B-4763-B2CE-1E20EB2CC2E8}" srcOrd="4" destOrd="0" presId="urn:microsoft.com/office/officeart/2018/2/layout/IconLabelList"/>
    <dgm:cxn modelId="{72005A34-AF8D-44A0-96A6-9C4AC1F5EF46}" type="presParOf" srcId="{5B13D935-4E4B-4763-B2CE-1E20EB2CC2E8}" destId="{5AE2942A-472F-41EC-8DEC-0F381085951C}" srcOrd="0" destOrd="0" presId="urn:microsoft.com/office/officeart/2018/2/layout/IconLabelList"/>
    <dgm:cxn modelId="{F51F5A61-3520-4ECC-8BDD-995FF30A9CD9}" type="presParOf" srcId="{5B13D935-4E4B-4763-B2CE-1E20EB2CC2E8}" destId="{6A4529E3-9003-4953-A220-26E64D6EBC3E}" srcOrd="1" destOrd="0" presId="urn:microsoft.com/office/officeart/2018/2/layout/IconLabelList"/>
    <dgm:cxn modelId="{45D25F47-A747-4B47-AA89-C498790C90CD}" type="presParOf" srcId="{5B13D935-4E4B-4763-B2CE-1E20EB2CC2E8}" destId="{63EEFC3D-E6DF-4943-90CB-033EB459E84D}" srcOrd="2" destOrd="0" presId="urn:microsoft.com/office/officeart/2018/2/layout/IconLabelList"/>
    <dgm:cxn modelId="{D8588F4F-6634-4093-9DE3-5CB22AC8AC59}" type="presParOf" srcId="{483856B4-BC60-414A-9482-38DA2017B84D}" destId="{6F4A0CDE-235A-46E7-B048-623A78EE4A24}" srcOrd="5" destOrd="0" presId="urn:microsoft.com/office/officeart/2018/2/layout/IconLabelList"/>
    <dgm:cxn modelId="{90D50884-4DDD-4AB5-9E99-D8C3F91B73EC}" type="presParOf" srcId="{483856B4-BC60-414A-9482-38DA2017B84D}" destId="{295BC5E2-71F3-4A68-AFEA-C64E142C374C}" srcOrd="6" destOrd="0" presId="urn:microsoft.com/office/officeart/2018/2/layout/IconLabelList"/>
    <dgm:cxn modelId="{6E4C1123-C9FF-44EF-8D3C-C8064F2DFAE1}" type="presParOf" srcId="{295BC5E2-71F3-4A68-AFEA-C64E142C374C}" destId="{B2D4AB5B-B64B-4844-8292-EB537879423F}" srcOrd="0" destOrd="0" presId="urn:microsoft.com/office/officeart/2018/2/layout/IconLabelList"/>
    <dgm:cxn modelId="{E812E22C-FBD8-43B9-B06E-7F04ABDCA5B4}" type="presParOf" srcId="{295BC5E2-71F3-4A68-AFEA-C64E142C374C}" destId="{53B73DC4-427A-4FA5-9657-7A1F8EC13D48}" srcOrd="1" destOrd="0" presId="urn:microsoft.com/office/officeart/2018/2/layout/IconLabelList"/>
    <dgm:cxn modelId="{E0E68783-6660-4D3E-A0AC-0D44E1E57A6F}" type="presParOf" srcId="{295BC5E2-71F3-4A68-AFEA-C64E142C374C}" destId="{0166948D-D7CB-425D-8058-7EC982A6AE96}" srcOrd="2" destOrd="0" presId="urn:microsoft.com/office/officeart/2018/2/layout/IconLabelList"/>
    <dgm:cxn modelId="{08132987-C519-4770-82B7-1AF1BA00F0AE}" type="presParOf" srcId="{483856B4-BC60-414A-9482-38DA2017B84D}" destId="{830E0964-871A-43A9-90E1-A44D396C4155}" srcOrd="7" destOrd="0" presId="urn:microsoft.com/office/officeart/2018/2/layout/IconLabelList"/>
    <dgm:cxn modelId="{D9846A73-B9CB-46B2-9732-1DCC8CAA993D}" type="presParOf" srcId="{483856B4-BC60-414A-9482-38DA2017B84D}" destId="{01CB47C0-4D7E-413F-BB59-CF8725530CE5}" srcOrd="8" destOrd="0" presId="urn:microsoft.com/office/officeart/2018/2/layout/IconLabelList"/>
    <dgm:cxn modelId="{BAA024C4-DC03-4BE0-B59C-17132A4E458B}" type="presParOf" srcId="{01CB47C0-4D7E-413F-BB59-CF8725530CE5}" destId="{AA46EEF4-585B-4C42-B597-EE4D36809A56}" srcOrd="0" destOrd="0" presId="urn:microsoft.com/office/officeart/2018/2/layout/IconLabelList"/>
    <dgm:cxn modelId="{259EDB4E-628D-4467-AA29-1CDD3483373B}" type="presParOf" srcId="{01CB47C0-4D7E-413F-BB59-CF8725530CE5}" destId="{7CE595D9-776B-4175-9360-880B5461417D}" srcOrd="1" destOrd="0" presId="urn:microsoft.com/office/officeart/2018/2/layout/IconLabelList"/>
    <dgm:cxn modelId="{521DFF8C-3549-4D2C-945D-B0CAE8DB1ADC}" type="presParOf" srcId="{01CB47C0-4D7E-413F-BB59-CF8725530CE5}" destId="{4151FB3E-46F8-4D17-A26A-CA5E49D670E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0F1F6-EFE3-497C-A258-D98955545763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3771E-D90F-4CAE-AB5A-5FD1B24EDBD1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D9E45-DD35-4232-AEFB-395CA16E7F53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Telecommunications company seeks to enhance customer service operations using Microsoft Azure AI.</a:t>
          </a:r>
        </a:p>
      </dsp:txBody>
      <dsp:txXfrm>
        <a:off x="1330115" y="659889"/>
        <a:ext cx="2546008" cy="1080124"/>
      </dsp:txXfrm>
    </dsp:sp>
    <dsp:sp modelId="{DCE1567F-456E-4031-B897-ACD303E814F3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40AAA-1B04-4DCF-B144-FAE04FC958F0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9937D-2438-43FC-B8F6-D047F048FF5D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Predict call volumes</a:t>
          </a:r>
        </a:p>
      </dsp:txBody>
      <dsp:txXfrm>
        <a:off x="5631327" y="659889"/>
        <a:ext cx="2546008" cy="1080124"/>
      </dsp:txXfrm>
    </dsp:sp>
    <dsp:sp modelId="{9E4582F7-4027-4333-AB53-9A74C67B330E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DFD80-8880-4B10-8146-430DFBA60CBF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9AAAA-4F3A-4216-9A64-AD7AA9DBBEEC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Analyze sentiment trends</a:t>
          </a:r>
        </a:p>
      </dsp:txBody>
      <dsp:txXfrm>
        <a:off x="1330115" y="2452790"/>
        <a:ext cx="2546008" cy="1080124"/>
      </dsp:txXfrm>
    </dsp:sp>
    <dsp:sp modelId="{6710A646-E6CA-449B-A68D-C922550DAA4D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C1D0DD-F545-4746-8751-703AF604DBEC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3C91A-45E8-4410-B157-7B145BA26AA9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Automate conversation summaries</a:t>
          </a:r>
        </a:p>
      </dsp:txBody>
      <dsp:txXfrm>
        <a:off x="5631327" y="2452790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8478AB-8E63-4D35-B1C2-872FEC9ADCF3}">
      <dsp:nvSpPr>
        <dsp:cNvPr id="0" name=""/>
        <dsp:cNvSpPr/>
      </dsp:nvSpPr>
      <dsp:spPr>
        <a:xfrm>
          <a:off x="0" y="0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Sentiment &amp; Issue Detection – uncover patterns and customer emotions.</a:t>
          </a:r>
        </a:p>
      </dsp:txBody>
      <dsp:txXfrm>
        <a:off x="36841" y="36841"/>
        <a:ext cx="5609181" cy="1184159"/>
      </dsp:txXfrm>
    </dsp:sp>
    <dsp:sp modelId="{D722EBFE-097E-4F77-810D-BAF3F24FC684}">
      <dsp:nvSpPr>
        <dsp:cNvPr id="0" name=""/>
        <dsp:cNvSpPr/>
      </dsp:nvSpPr>
      <dsp:spPr>
        <a:xfrm>
          <a:off x="614690" y="1467481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Call Volume Forecasting – predict workload and plan staffing.</a:t>
          </a:r>
        </a:p>
      </dsp:txBody>
      <dsp:txXfrm>
        <a:off x="651531" y="1504322"/>
        <a:ext cx="5460521" cy="1184159"/>
      </dsp:txXfrm>
    </dsp:sp>
    <dsp:sp modelId="{9ABDC11D-B2F1-4F2F-AFF6-ED3F8D1B7034}">
      <dsp:nvSpPr>
        <dsp:cNvPr id="0" name=""/>
        <dsp:cNvSpPr/>
      </dsp:nvSpPr>
      <dsp:spPr>
        <a:xfrm>
          <a:off x="1229380" y="2934963"/>
          <a:ext cx="6966490" cy="125784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Conversational Summarization – generate concise call summaries.</a:t>
          </a:r>
        </a:p>
      </dsp:txBody>
      <dsp:txXfrm>
        <a:off x="1266221" y="2971804"/>
        <a:ext cx="5460521" cy="1184159"/>
      </dsp:txXfrm>
    </dsp:sp>
    <dsp:sp modelId="{0319ACD7-CE6E-4919-B6B2-8C92ED23907B}">
      <dsp:nvSpPr>
        <dsp:cNvPr id="0" name=""/>
        <dsp:cNvSpPr/>
      </dsp:nvSpPr>
      <dsp:spPr>
        <a:xfrm>
          <a:off x="6148893" y="953863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332852" y="953863"/>
        <a:ext cx="449678" cy="615241"/>
      </dsp:txXfrm>
    </dsp:sp>
    <dsp:sp modelId="{4817704A-C66D-4C58-99DB-3E0DB3BD9468}">
      <dsp:nvSpPr>
        <dsp:cNvPr id="0" name=""/>
        <dsp:cNvSpPr/>
      </dsp:nvSpPr>
      <dsp:spPr>
        <a:xfrm>
          <a:off x="6763583" y="2412959"/>
          <a:ext cx="817596" cy="81759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947542" y="2412959"/>
        <a:ext cx="449678" cy="6152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020F4-D311-4CF6-8841-C32001E18D4F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F1CDB-79D4-4088-A9FD-1EC129056FD6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1205B-AF3F-46E2-B28B-692ED5D03DB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Tool: Azure AI Language</a:t>
          </a:r>
        </a:p>
      </dsp:txBody>
      <dsp:txXfrm>
        <a:off x="25435" y="2456402"/>
        <a:ext cx="1800000" cy="720000"/>
      </dsp:txXfrm>
    </dsp:sp>
    <dsp:sp modelId="{430CE489-E472-4024-825B-2BD1294E411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9D22E-A953-420D-9C42-C8AF1802E234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D9205-6226-47A0-A4FD-36E5DACA95CA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Extract sentiment, key phrases, and named entities</a:t>
          </a:r>
        </a:p>
      </dsp:txBody>
      <dsp:txXfrm>
        <a:off x="2140435" y="2456402"/>
        <a:ext cx="1800000" cy="720000"/>
      </dsp:txXfrm>
    </dsp:sp>
    <dsp:sp modelId="{F2F73410-3569-4FDC-9BDB-E19EA245EC2E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546CD-59B3-40BA-8ED6-692482D1BB3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20483-7257-4610-AF38-BE58D1649697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Identify top negative topics: billing delays, connection issues</a:t>
          </a:r>
        </a:p>
      </dsp:txBody>
      <dsp:txXfrm>
        <a:off x="4255435" y="2456402"/>
        <a:ext cx="1800000" cy="720000"/>
      </dsp:txXfrm>
    </dsp:sp>
    <dsp:sp modelId="{0D76A948-A162-45B0-B82B-9C3690F626E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8A85AB-7A19-483E-ADC4-64918CA87DB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D6C900-67C7-4EDC-A4A9-8EB3B3243FE6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Average sentiment: 0.63 (Positive)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7154B-97DB-4F67-BC1A-9E9FEC973290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6FB41-60BE-4507-96F5-1337C0800F89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99865-755C-4862-A66C-18142E5DCFE0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Tool: Azure OpenAI + Azure Speech</a:t>
          </a:r>
        </a:p>
      </dsp:txBody>
      <dsp:txXfrm>
        <a:off x="1330115" y="659889"/>
        <a:ext cx="2546008" cy="1080124"/>
      </dsp:txXfrm>
    </dsp:sp>
    <dsp:sp modelId="{B1D8DD70-609E-4038-81F0-1F278BE8B626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6EBBE-E81C-4B66-A0F6-3EA82EB3AF91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8ED5A-5F20-4DA2-936F-793C9ED79DDE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Prompt example: 'Summarize key issues and resolutions in 3 lines.'</a:t>
          </a:r>
        </a:p>
      </dsp:txBody>
      <dsp:txXfrm>
        <a:off x="5631327" y="659889"/>
        <a:ext cx="2546008" cy="1080124"/>
      </dsp:txXfrm>
    </dsp:sp>
    <dsp:sp modelId="{49BF7C9E-71BD-4E75-8F2F-8AEA4AB8791C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40F31-2006-423F-8585-5596BCDA81C5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231BF-B68B-40E7-9629-B819997F9589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Example output: 'Customer reported billing correction; issue resolved with credit.'</a:t>
          </a:r>
        </a:p>
      </dsp:txBody>
      <dsp:txXfrm>
        <a:off x="1330115" y="2452790"/>
        <a:ext cx="2546008" cy="1080124"/>
      </dsp:txXfrm>
    </dsp:sp>
    <dsp:sp modelId="{AC8D3955-EC97-4153-BA7D-678D1239AF2C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1CDF-54EB-4123-8724-5B0ED42623BA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E1F8F-E687-4741-B040-2CEE03475AB7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[Diagram Placeholder – Summarization Workflow]</a:t>
          </a:r>
        </a:p>
      </dsp:txBody>
      <dsp:txXfrm>
        <a:off x="5631327" y="2452790"/>
        <a:ext cx="2546008" cy="10801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E0A158-D126-4E99-9313-B2ABD9C26604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205EF6-4AAC-4948-89AB-C7DD130EFCB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Reduced customer wait time by 18%</a:t>
          </a:r>
        </a:p>
      </dsp:txBody>
      <dsp:txXfrm>
        <a:off x="78583" y="2435142"/>
        <a:ext cx="2399612" cy="720000"/>
      </dsp:txXfrm>
    </dsp:sp>
    <dsp:sp modelId="{26F7FE91-4B0C-4D65-9FCB-BC84003E8A49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CE832-9AE2-40DE-9F56-2E1C8FDC01B6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Improved satisfaction and agent productivity</a:t>
          </a:r>
        </a:p>
      </dsp:txBody>
      <dsp:txXfrm>
        <a:off x="2898129" y="2435142"/>
        <a:ext cx="2399612" cy="720000"/>
      </dsp:txXfrm>
    </dsp:sp>
    <dsp:sp modelId="{119144E7-8FB1-4DDC-8B8B-4305292274F6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2A237-ABAE-4B16-9C7B-F554E135E504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Reduced average handling time by 3–5 minutes per call</a:t>
          </a:r>
        </a:p>
      </dsp:txBody>
      <dsp:txXfrm>
        <a:off x="5717674" y="2435142"/>
        <a:ext cx="239961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8BDBE-B3D1-4E38-8FA3-145A7E5E2305}">
      <dsp:nvSpPr>
        <dsp:cNvPr id="0" name=""/>
        <dsp:cNvSpPr/>
      </dsp:nvSpPr>
      <dsp:spPr>
        <a:xfrm>
          <a:off x="399893" y="1209278"/>
          <a:ext cx="646259" cy="6462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80DE2-A36E-4839-B465-19EE0CDA9241}">
      <dsp:nvSpPr>
        <dsp:cNvPr id="0" name=""/>
        <dsp:cNvSpPr/>
      </dsp:nvSpPr>
      <dsp:spPr>
        <a:xfrm>
          <a:off x="4956" y="2121846"/>
          <a:ext cx="1436132" cy="861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Azure-powered AI pipeline integrates forecasting, sentiment analysis, and summarization to deliver proactive and scalable customer service improvements.</a:t>
          </a:r>
        </a:p>
      </dsp:txBody>
      <dsp:txXfrm>
        <a:off x="4956" y="2121846"/>
        <a:ext cx="1436132" cy="861679"/>
      </dsp:txXfrm>
    </dsp:sp>
    <dsp:sp modelId="{7F85B3B0-B65C-473A-9BD0-A1FDAFB1DF0D}">
      <dsp:nvSpPr>
        <dsp:cNvPr id="0" name=""/>
        <dsp:cNvSpPr/>
      </dsp:nvSpPr>
      <dsp:spPr>
        <a:xfrm>
          <a:off x="2087349" y="1209278"/>
          <a:ext cx="646259" cy="646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A1D08-30A8-4223-B743-C84087C04048}">
      <dsp:nvSpPr>
        <dsp:cNvPr id="0" name=""/>
        <dsp:cNvSpPr/>
      </dsp:nvSpPr>
      <dsp:spPr>
        <a:xfrm>
          <a:off x="1692413" y="2121846"/>
          <a:ext cx="1436132" cy="861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Next Steps:</a:t>
          </a:r>
        </a:p>
      </dsp:txBody>
      <dsp:txXfrm>
        <a:off x="1692413" y="2121846"/>
        <a:ext cx="1436132" cy="861679"/>
      </dsp:txXfrm>
    </dsp:sp>
    <dsp:sp modelId="{5AE2942A-472F-41EC-8DEC-0F381085951C}">
      <dsp:nvSpPr>
        <dsp:cNvPr id="0" name=""/>
        <dsp:cNvSpPr/>
      </dsp:nvSpPr>
      <dsp:spPr>
        <a:xfrm>
          <a:off x="3774805" y="1209278"/>
          <a:ext cx="646259" cy="646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EFC3D-E6DF-4943-90CB-033EB459E84D}">
      <dsp:nvSpPr>
        <dsp:cNvPr id="0" name=""/>
        <dsp:cNvSpPr/>
      </dsp:nvSpPr>
      <dsp:spPr>
        <a:xfrm>
          <a:off x="3379869" y="2121846"/>
          <a:ext cx="1436132" cy="861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Expand to real-time analytics</a:t>
          </a:r>
        </a:p>
      </dsp:txBody>
      <dsp:txXfrm>
        <a:off x="3379869" y="2121846"/>
        <a:ext cx="1436132" cy="861679"/>
      </dsp:txXfrm>
    </dsp:sp>
    <dsp:sp modelId="{B2D4AB5B-B64B-4844-8292-EB537879423F}">
      <dsp:nvSpPr>
        <dsp:cNvPr id="0" name=""/>
        <dsp:cNvSpPr/>
      </dsp:nvSpPr>
      <dsp:spPr>
        <a:xfrm>
          <a:off x="5462261" y="1209278"/>
          <a:ext cx="646259" cy="6462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6948D-D7CB-425D-8058-7EC982A6AE96}">
      <dsp:nvSpPr>
        <dsp:cNvPr id="0" name=""/>
        <dsp:cNvSpPr/>
      </dsp:nvSpPr>
      <dsp:spPr>
        <a:xfrm>
          <a:off x="5067325" y="2121846"/>
          <a:ext cx="1436132" cy="861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Incorporate feedback loops</a:t>
          </a:r>
        </a:p>
      </dsp:txBody>
      <dsp:txXfrm>
        <a:off x="5067325" y="2121846"/>
        <a:ext cx="1436132" cy="861679"/>
      </dsp:txXfrm>
    </dsp:sp>
    <dsp:sp modelId="{AA46EEF4-585B-4C42-B597-EE4D36809A56}">
      <dsp:nvSpPr>
        <dsp:cNvPr id="0" name=""/>
        <dsp:cNvSpPr/>
      </dsp:nvSpPr>
      <dsp:spPr>
        <a:xfrm>
          <a:off x="7149717" y="1209278"/>
          <a:ext cx="646259" cy="6462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1FB3E-46F8-4D17-A26A-CA5E49D670E4}">
      <dsp:nvSpPr>
        <dsp:cNvPr id="0" name=""/>
        <dsp:cNvSpPr/>
      </dsp:nvSpPr>
      <dsp:spPr>
        <a:xfrm>
          <a:off x="6754781" y="2121846"/>
          <a:ext cx="1436132" cy="861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Deploy via Azure ML endpoints</a:t>
          </a:r>
        </a:p>
      </dsp:txBody>
      <dsp:txXfrm>
        <a:off x="6754781" y="2121846"/>
        <a:ext cx="1436132" cy="8616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Customer Service Analytics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Bryce Peltier</a:t>
            </a:r>
          </a:p>
          <a:p>
            <a:r>
              <a:rPr dirty="0" err="1"/>
              <a:t>StackRoute</a:t>
            </a:r>
            <a:r>
              <a:rPr dirty="0"/>
              <a:t> Intermediate AI Pathway</a:t>
            </a:r>
          </a:p>
          <a:p>
            <a:r>
              <a:rPr dirty="0"/>
              <a:t>October 2025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8DF4D-8B94-F583-9E0F-9B001D19C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80" y="5387974"/>
            <a:ext cx="1809135" cy="1470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Context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D2EE260-548E-4923-F7AD-94E94A3CB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3170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Project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A739FC-5F9C-4DCE-6CE6-47759B751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611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667569"/>
          </a:xfrm>
        </p:spPr>
        <p:txBody>
          <a:bodyPr anchor="b">
            <a:normAutofit/>
          </a:bodyPr>
          <a:lstStyle/>
          <a:p>
            <a:r>
              <a:rPr lang="en-US" sz="3500"/>
              <a:t>Datasets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43C9E-3553-8437-E39A-FC25C4D3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97" y="2424595"/>
            <a:ext cx="2907124" cy="157711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376" y="2405894"/>
            <a:ext cx="4316172" cy="3197464"/>
          </a:xfrm>
        </p:spPr>
        <p:txBody>
          <a:bodyPr anchor="t">
            <a:normAutofit/>
          </a:bodyPr>
          <a:lstStyle/>
          <a:p>
            <a:r>
              <a:rPr lang="en-US" sz="1700"/>
              <a:t>Simulated datasets:</a:t>
            </a:r>
          </a:p>
          <a:p>
            <a:r>
              <a:rPr lang="en-US" sz="1700"/>
              <a:t>- Sentiment Dataset: Call transcripts (Customer, Agent, Utterance, Sentiment)</a:t>
            </a:r>
          </a:p>
          <a:p>
            <a:r>
              <a:rPr lang="en-US" sz="1700"/>
              <a:t>- Forecasting Dataset: Daily call volumes (Date, Channel, Volume)</a:t>
            </a:r>
          </a:p>
          <a:p>
            <a:r>
              <a:rPr lang="en-US" sz="1700"/>
              <a:t>- Audio Sample: 1 MP3 call recording</a:t>
            </a:r>
          </a:p>
          <a:p>
            <a:endParaRPr lang="en-US" sz="17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Sentiment Analysis Workflow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F0524D9-5D51-B98F-4BD0-888F7C2DA4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9841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667569"/>
          </a:xfrm>
        </p:spPr>
        <p:txBody>
          <a:bodyPr anchor="b">
            <a:normAutofit/>
          </a:bodyPr>
          <a:lstStyle/>
          <a:p>
            <a:r>
              <a:rPr lang="en-US" sz="3500"/>
              <a:t>Call Volume Forecasting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23AE2-5697-8BC8-BDE4-78227D81B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97" y="2157078"/>
            <a:ext cx="3350270" cy="243458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376" y="2405894"/>
            <a:ext cx="4316172" cy="3197464"/>
          </a:xfrm>
        </p:spPr>
        <p:txBody>
          <a:bodyPr anchor="t">
            <a:normAutofit/>
          </a:bodyPr>
          <a:lstStyle/>
          <a:p>
            <a:r>
              <a:rPr lang="en-US" sz="1700"/>
              <a:t>Tool: Azure Machine Learning (Regression Model)</a:t>
            </a:r>
          </a:p>
          <a:p>
            <a:r>
              <a:rPr lang="en-US" sz="1700"/>
              <a:t>- Features: Day Of Week, Channel, Promotions</a:t>
            </a:r>
          </a:p>
          <a:p>
            <a:r>
              <a:rPr lang="en-US" sz="1700"/>
              <a:t>- RMSE: 45.2 | R²: 0.87</a:t>
            </a:r>
          </a:p>
          <a:p>
            <a:r>
              <a:rPr lang="en-US" sz="1700"/>
              <a:t>- Peak calls on Mondays, 9–11 AM</a:t>
            </a:r>
          </a:p>
          <a:p>
            <a:pPr marL="0" indent="0">
              <a:buNone/>
            </a:pPr>
            <a:endParaRPr lang="en-US" sz="1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Generative Summarization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FA6AA82-5457-3412-F672-70399F7E9D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74221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r>
              <a:rPr lang="en-US" sz="3500"/>
              <a:t>Unified 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r>
              <a:rPr lang="en-US" sz="1700"/>
              <a:t>Azure Components:</a:t>
            </a:r>
          </a:p>
          <a:p>
            <a:r>
              <a:rPr lang="en-US" sz="1700"/>
              <a:t>- Azure Blob Storage – Data repository</a:t>
            </a:r>
          </a:p>
          <a:p>
            <a:r>
              <a:rPr lang="en-US" sz="1700"/>
              <a:t>- Azure ML &amp; AI Language – Processing layer</a:t>
            </a:r>
          </a:p>
          <a:p>
            <a:r>
              <a:rPr lang="en-US" sz="1700"/>
              <a:t>- Azure OpenAI – Summarization</a:t>
            </a:r>
          </a:p>
          <a:p>
            <a:r>
              <a:rPr lang="en-US" sz="1700"/>
              <a:t>- Power BI – Visualization</a:t>
            </a:r>
          </a:p>
          <a:p>
            <a:r>
              <a:rPr lang="en-US" sz="1700"/>
              <a:t>- AI Content Safety – Governance</a:t>
            </a:r>
          </a:p>
          <a:p>
            <a:endParaRPr lang="en-US" sz="1700"/>
          </a:p>
        </p:txBody>
      </p:sp>
      <p:pic>
        <p:nvPicPr>
          <p:cNvPr id="5" name="Picture 4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D5E77B60-0CA9-1D3D-708B-E6455F33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31" y="1920241"/>
            <a:ext cx="3900767" cy="260376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Bias &amp; Fairness: Regular sentiment audits</a:t>
            </a:r>
          </a:p>
          <a:p>
            <a:r>
              <a:rPr dirty="0"/>
              <a:t>- Privacy: Mask PII in transcripts</a:t>
            </a:r>
          </a:p>
          <a:p>
            <a:r>
              <a:rPr dirty="0"/>
              <a:t>- Transparency: Use explainability logs and model cards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2"/>
            <a:ext cx="7878748" cy="815502"/>
          </a:xfrm>
        </p:spPr>
        <p:txBody>
          <a:bodyPr anchor="b">
            <a:normAutofit/>
          </a:bodyPr>
          <a:lstStyle/>
          <a:p>
            <a:r>
              <a:rPr lang="en-US" sz="3500" dirty="0"/>
              <a:t>Insights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1504336"/>
            <a:ext cx="7878748" cy="4436642"/>
          </a:xfrm>
        </p:spPr>
        <p:txBody>
          <a:bodyPr anchor="t">
            <a:normAutofit/>
          </a:bodyPr>
          <a:lstStyle/>
          <a:p>
            <a:r>
              <a:rPr lang="en-US" dirty="0"/>
              <a:t>Key Takeaways (Simulated by GPT5</a:t>
            </a:r>
            <a:r>
              <a:rPr lang="en-US" sz="1200" dirty="0"/>
              <a:t>(Lack of Resources):</a:t>
            </a:r>
            <a:r>
              <a:rPr lang="en-US" dirty="0"/>
              <a:t>)</a:t>
            </a:r>
            <a:endParaRPr lang="en-US" sz="1200" dirty="0"/>
          </a:p>
          <a:p>
            <a:r>
              <a:rPr lang="en-US" dirty="0"/>
              <a:t>- Billing issues most frequent pain point</a:t>
            </a:r>
          </a:p>
          <a:p>
            <a:r>
              <a:rPr lang="en-US" dirty="0"/>
              <a:t>- Positive sentiment trend: +12% MoM</a:t>
            </a:r>
          </a:p>
          <a:p>
            <a:r>
              <a:rPr lang="en-US" dirty="0"/>
              <a:t>- Forecast accuracy: 87%</a:t>
            </a:r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B4868-BE4B-C3AB-BE37-A2BB2FD7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5" y="4011562"/>
            <a:ext cx="6902245" cy="17873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09C30C-F885-16B9-30B2-423E243708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4412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 &amp;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73E233-D8FD-8CE1-68DE-AA7F840100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13412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E0AFDF83-6EBF-4D41-EF06-BB6AAFF64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" y="606076"/>
            <a:ext cx="8458200" cy="5645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406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AI-Powered Customer Service Analytics Capstone Project</vt:lpstr>
      <vt:lpstr>Business Context</vt:lpstr>
      <vt:lpstr>Project Goals</vt:lpstr>
      <vt:lpstr>Datasets Overview</vt:lpstr>
      <vt:lpstr>Sentiment Analysis Workflow</vt:lpstr>
      <vt:lpstr>Call Volume Forecasting</vt:lpstr>
      <vt:lpstr>Generative Summarization</vt:lpstr>
      <vt:lpstr>Unified Solution Architecture</vt:lpstr>
      <vt:lpstr>Governance &amp; Ethics</vt:lpstr>
      <vt:lpstr>Insights &amp; Results</vt:lpstr>
      <vt:lpstr>Business Impact</vt:lpstr>
      <vt:lpstr>Conclusion &amp; 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Bryce Peltier</cp:lastModifiedBy>
  <cp:revision>1</cp:revision>
  <dcterms:created xsi:type="dcterms:W3CDTF">2013-01-27T09:14:16Z</dcterms:created>
  <dcterms:modified xsi:type="dcterms:W3CDTF">2025-10-22T23:14:12Z</dcterms:modified>
  <cp:category/>
</cp:coreProperties>
</file>