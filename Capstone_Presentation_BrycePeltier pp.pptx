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ce Peltier" userId="786c72126192e102" providerId="LiveId" clId="{1B88357A-50FC-4219-A3A8-47976C35C068}"/>
    <pc:docChg chg="modSld">
      <pc:chgData name="Bryce Peltier" userId="786c72126192e102" providerId="LiveId" clId="{1B88357A-50FC-4219-A3A8-47976C35C068}" dt="2025-10-22T22:18:32.827" v="17" actId="15"/>
      <pc:docMkLst>
        <pc:docMk/>
      </pc:docMkLst>
      <pc:sldChg chg="modSp mod">
        <pc:chgData name="Bryce Peltier" userId="786c72126192e102" providerId="LiveId" clId="{1B88357A-50FC-4219-A3A8-47976C35C068}" dt="2025-10-22T22:17:49.918" v="8" actId="15"/>
        <pc:sldMkLst>
          <pc:docMk/>
          <pc:sldMk cId="0" sldId="257"/>
        </pc:sldMkLst>
        <pc:spChg chg="mod">
          <ac:chgData name="Bryce Peltier" userId="786c72126192e102" providerId="LiveId" clId="{1B88357A-50FC-4219-A3A8-47976C35C068}" dt="2025-10-22T22:17:49.918" v="8" actId="15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Bryce Peltier" userId="786c72126192e102" providerId="LiveId" clId="{1B88357A-50FC-4219-A3A8-47976C35C068}" dt="2025-10-22T22:18:32.827" v="17" actId="15"/>
        <pc:sldMkLst>
          <pc:docMk/>
          <pc:sldMk cId="0" sldId="259"/>
        </pc:sldMkLst>
        <pc:spChg chg="mod">
          <ac:chgData name="Bryce Peltier" userId="786c72126192e102" providerId="LiveId" clId="{1B88357A-50FC-4219-A3A8-47976C35C068}" dt="2025-10-22T22:18:32.827" v="17" actId="15"/>
          <ac:spMkLst>
            <pc:docMk/>
            <pc:sldMk cId="0" sldId="259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Customer Service Analytics Capstone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Bryce Peltier</a:t>
            </a:r>
          </a:p>
          <a:p>
            <a:r>
              <a:rPr dirty="0" err="1"/>
              <a:t>StackRoute</a:t>
            </a:r>
            <a:r>
              <a:rPr dirty="0"/>
              <a:t> Intermediate AI Pathway</a:t>
            </a:r>
          </a:p>
          <a:p>
            <a:r>
              <a:rPr dirty="0"/>
              <a:t>October 2025</a:t>
            </a:r>
          </a:p>
          <a:p>
            <a:endParaRPr dirty="0"/>
          </a:p>
          <a:p>
            <a:r>
              <a:rPr dirty="0"/>
              <a:t>[Photo Placeholder]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Telecommunications company seeks to enhance customer service operations using Microsoft Azure AI.</a:t>
            </a:r>
          </a:p>
          <a:p>
            <a:endParaRPr dirty="0"/>
          </a:p>
          <a:p>
            <a:pPr lvl="1"/>
            <a:r>
              <a:rPr dirty="0"/>
              <a:t> Predict call volumes</a:t>
            </a:r>
          </a:p>
          <a:p>
            <a:pPr lvl="1"/>
            <a:r>
              <a:rPr dirty="0"/>
              <a:t> Analyze sentiment trends</a:t>
            </a:r>
          </a:p>
          <a:p>
            <a:pPr lvl="1"/>
            <a:r>
              <a:rPr dirty="0"/>
              <a:t>Automate conversation summaries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Sentiment &amp; Issue Detection – uncover patterns and customer emotions.</a:t>
            </a:r>
          </a:p>
          <a:p>
            <a:r>
              <a:t>2. Call Volume Forecasting – predict workload and plan staffing.</a:t>
            </a:r>
          </a:p>
          <a:p>
            <a:r>
              <a:t>3. Conversational Summarization – generate concise call summaries.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Simulated datasets:</a:t>
            </a:r>
          </a:p>
          <a:p>
            <a:pPr lvl="1"/>
            <a:r>
              <a:rPr dirty="0"/>
              <a:t>Sentiment Dataset: Call transcripts (Customer, Agent, Utterance, Sentiment)</a:t>
            </a:r>
          </a:p>
          <a:p>
            <a:pPr lvl="1"/>
            <a:r>
              <a:rPr dirty="0"/>
              <a:t>Forecasting Dataset: Daily call volumes (Date, Channel, Volume)</a:t>
            </a:r>
          </a:p>
          <a:p>
            <a:pPr lvl="1"/>
            <a:r>
              <a:rPr dirty="0"/>
              <a:t>Audio Sample: 1 MP3 call recording</a:t>
            </a:r>
          </a:p>
          <a:p>
            <a:endParaRPr dirty="0"/>
          </a:p>
          <a:p>
            <a:r>
              <a:rPr dirty="0"/>
              <a:t>[Table Placeholder – Dataset Summary]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Tool: Azure AI Language</a:t>
            </a:r>
          </a:p>
          <a:p>
            <a:r>
              <a:t>- Extract sentiment, key phrases, and named entities</a:t>
            </a:r>
          </a:p>
          <a:p>
            <a:r>
              <a:t>- Identify top negative topics: billing delays, connection issues</a:t>
            </a:r>
          </a:p>
          <a:p>
            <a:r>
              <a:t>- Average sentiment: 0.63 (Positive)</a:t>
            </a:r>
          </a:p>
          <a:p>
            <a:endParaRPr/>
          </a:p>
          <a:p>
            <a:r>
              <a:t>[Chart Placeholder – Sentiment Breakdown Pie Chart]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Volume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Tool: Azure Machine Learning (Regression Model)</a:t>
            </a:r>
          </a:p>
          <a:p>
            <a:r>
              <a:t>- Features: DayOfWeek, Channel, Promotions</a:t>
            </a:r>
          </a:p>
          <a:p>
            <a:r>
              <a:t>- RMSE: 45.2 | R²: 0.87</a:t>
            </a:r>
          </a:p>
          <a:p>
            <a:r>
              <a:t>- Peak calls on Mondays, 9–11 AM</a:t>
            </a:r>
          </a:p>
          <a:p>
            <a:endParaRPr/>
          </a:p>
          <a:p>
            <a:r>
              <a:t>[Chart Placeholder – Forecast Line Chart]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Generative Summarization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Tool: Azure OpenAI + Azure Speech</a:t>
            </a:r>
          </a:p>
          <a:p>
            <a:r>
              <a:t>Prompt example: 'Summarize key issues and resolutions in 3 lines.'</a:t>
            </a:r>
          </a:p>
          <a:p>
            <a:r>
              <a:t>Example output: 'Customer reported billing correction; issue resolved with credit.'</a:t>
            </a:r>
          </a:p>
          <a:p>
            <a:endParaRPr/>
          </a:p>
          <a:p>
            <a:r>
              <a:t>[Diagram Placeholder – Summarization Workflow]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Unified Solution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Azure Components:</a:t>
            </a:r>
          </a:p>
          <a:p>
            <a:r>
              <a:t>- Azure Blob Storage – Data repository</a:t>
            </a:r>
          </a:p>
          <a:p>
            <a:r>
              <a:t>- Azure ML &amp; AI Language – Processing layer</a:t>
            </a:r>
          </a:p>
          <a:p>
            <a:r>
              <a:t>- Azure OpenAI – Summarization</a:t>
            </a:r>
          </a:p>
          <a:p>
            <a:r>
              <a:t>- Power BI – Visualization</a:t>
            </a:r>
          </a:p>
          <a:p>
            <a:r>
              <a:t>- AI Content Safety – Governance</a:t>
            </a:r>
          </a:p>
          <a:p>
            <a:endParaRPr/>
          </a:p>
          <a:p>
            <a:r>
              <a:t>[Diagram Placeholder – Azure Architecture Flow]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&amp;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Bias &amp; Fairness: Regular sentiment audits</a:t>
            </a:r>
          </a:p>
          <a:p>
            <a:r>
              <a:t>- Privacy: Mask PII in transcripts</a:t>
            </a:r>
          </a:p>
          <a:p>
            <a:r>
              <a:t>- Transparency: Use explainability logs and model cards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 (Simulated):</a:t>
            </a:r>
          </a:p>
          <a:p>
            <a:r>
              <a:t>- Billing issues most frequent pain point</a:t>
            </a:r>
          </a:p>
          <a:p>
            <a:r>
              <a:t>- Positive sentiment trend: +12% MoM</a:t>
            </a:r>
          </a:p>
          <a:p>
            <a:r>
              <a:t>- Forecast accuracy: 87%</a:t>
            </a:r>
          </a:p>
          <a:p>
            <a:endParaRPr/>
          </a:p>
          <a:p>
            <a:r>
              <a:t>[Chart Placeholders – Sentiment Pie &amp; Forecast Line]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Reduced customer wait time by 18%</a:t>
            </a:r>
          </a:p>
          <a:p>
            <a:r>
              <a:t>- Improved satisfaction and agent productivity</a:t>
            </a:r>
          </a:p>
          <a:p>
            <a:r>
              <a:t>- Reduced average handling time by 3–5 minutes per call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Azure-powered AI pipeline integrates forecasting, sentiment analysis, and summarization to deliver proactive and scalable customer service improvements.</a:t>
            </a:r>
          </a:p>
          <a:p>
            <a:endParaRPr/>
          </a:p>
          <a:p>
            <a:r>
              <a:t>Next Steps:</a:t>
            </a:r>
          </a:p>
          <a:p>
            <a:r>
              <a:t>- Expand to real-time analytics</a:t>
            </a:r>
          </a:p>
          <a:p>
            <a:r>
              <a:t>- Incorporate feedback loops</a:t>
            </a:r>
          </a:p>
          <a:p>
            <a:r>
              <a:t>- Deploy via Azure ML endpoints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440</Words>
  <Application>Microsoft Office PowerPoint</Application>
  <PresentationFormat>On-screen Show (4:3)</PresentationFormat>
  <Paragraphs>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AI-Powered Customer Service Analytics Capstone Project</vt:lpstr>
      <vt:lpstr>Business Context</vt:lpstr>
      <vt:lpstr>Project Goals</vt:lpstr>
      <vt:lpstr>Datasets Overview</vt:lpstr>
      <vt:lpstr>Sentiment Analysis Workflow</vt:lpstr>
      <vt:lpstr>Call Volume Forecasting</vt:lpstr>
      <vt:lpstr>Generative Summarization</vt:lpstr>
      <vt:lpstr>Unified Solution Architecture</vt:lpstr>
      <vt:lpstr>Governance &amp; Ethics</vt:lpstr>
      <vt:lpstr>Insights &amp; Results</vt:lpstr>
      <vt:lpstr>Business Impact</vt:lpstr>
      <vt:lpstr>Conclusion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Bryce Peltier</cp:lastModifiedBy>
  <cp:revision>1</cp:revision>
  <dcterms:created xsi:type="dcterms:W3CDTF">2013-01-27T09:14:16Z</dcterms:created>
  <dcterms:modified xsi:type="dcterms:W3CDTF">2025-10-22T22:18:39Z</dcterms:modified>
  <cp:category/>
</cp:coreProperties>
</file>